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03" r:id="rId4"/>
  </p:sldMasterIdLst>
  <p:notesMasterIdLst>
    <p:notesMasterId r:id="rId17"/>
  </p:notesMasterIdLst>
  <p:handoutMasterIdLst>
    <p:handoutMasterId r:id="rId18"/>
  </p:handoutMasterIdLst>
  <p:sldIdLst>
    <p:sldId id="276" r:id="rId5"/>
    <p:sldId id="257" r:id="rId6"/>
    <p:sldId id="279" r:id="rId7"/>
    <p:sldId id="256" r:id="rId8"/>
    <p:sldId id="281" r:id="rId9"/>
    <p:sldId id="283" r:id="rId10"/>
    <p:sldId id="293" r:id="rId11"/>
    <p:sldId id="294" r:id="rId12"/>
    <p:sldId id="295" r:id="rId13"/>
    <p:sldId id="296" r:id="rId14"/>
    <p:sldId id="297" r:id="rId15"/>
    <p:sldId id="298"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928"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703051F-D75A-E4F1-E69D-A409956937FF}" v="192" dt="2025-01-27T16:50:22.414"/>
  </p1510:revLst>
</p1510:revInfo>
</file>

<file path=ppt/tableStyles.xml><?xml version="1.0" encoding="utf-8"?>
<a:tblStyleLst xmlns:a="http://schemas.openxmlformats.org/drawingml/2006/main" def="{5FD0F851-EC5A-4D38-B0AD-8093EC10F338}">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2" autoAdjust="0"/>
    <p:restoredTop sz="96327" autoAdjust="0"/>
  </p:normalViewPr>
  <p:slideViewPr>
    <p:cSldViewPr snapToGrid="0">
      <p:cViewPr varScale="1">
        <p:scale>
          <a:sx n="86" d="100"/>
          <a:sy n="86" d="100"/>
        </p:scale>
        <p:origin x="63" y="963"/>
      </p:cViewPr>
      <p:guideLst>
        <p:guide orient="horz" pos="2928"/>
        <p:guide pos="3840"/>
      </p:guideLst>
    </p:cSldViewPr>
  </p:slideViewPr>
  <p:outlineViewPr>
    <p:cViewPr>
      <p:scale>
        <a:sx n="33" d="100"/>
        <a:sy n="33" d="100"/>
      </p:scale>
      <p:origin x="0" y="-5184"/>
    </p:cViewPr>
  </p:outlineViewPr>
  <p:notesTextViewPr>
    <p:cViewPr>
      <p:scale>
        <a:sx n="1" d="1"/>
        <a:sy n="1" d="1"/>
      </p:scale>
      <p:origin x="0" y="0"/>
    </p:cViewPr>
  </p:notesTextViewPr>
  <p:sorterViewPr>
    <p:cViewPr>
      <p:scale>
        <a:sx n="100" d="100"/>
        <a:sy n="100" d="100"/>
      </p:scale>
      <p:origin x="0" y="-5933"/>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rnoor virk" userId="6bda61429cbc28d4" providerId="Windows Live" clId="Web-{2A68D3D5-D2EA-5FA5-F46F-93F9F75255C2}"/>
    <pc:docChg chg="delSld modSld">
      <pc:chgData name="gurnoor virk" userId="6bda61429cbc28d4" providerId="Windows Live" clId="Web-{2A68D3D5-D2EA-5FA5-F46F-93F9F75255C2}" dt="2025-01-13T17:34:24.519" v="2366" actId="20577"/>
      <pc:docMkLst>
        <pc:docMk/>
      </pc:docMkLst>
      <pc:sldChg chg="addSp delSp modSp">
        <pc:chgData name="gurnoor virk" userId="6bda61429cbc28d4" providerId="Windows Live" clId="Web-{2A68D3D5-D2EA-5FA5-F46F-93F9F75255C2}" dt="2025-01-13T17:08:34.073" v="736" actId="1076"/>
        <pc:sldMkLst>
          <pc:docMk/>
          <pc:sldMk cId="975368512" sldId="256"/>
        </pc:sldMkLst>
        <pc:spChg chg="add del mod">
          <ac:chgData name="gurnoor virk" userId="6bda61429cbc28d4" providerId="Windows Live" clId="Web-{2A68D3D5-D2EA-5FA5-F46F-93F9F75255C2}" dt="2025-01-13T16:56:55.252" v="547"/>
          <ac:spMkLst>
            <pc:docMk/>
            <pc:sldMk cId="975368512" sldId="256"/>
            <ac:spMk id="3" creationId="{127B0191-31B6-710C-80F5-EE392FD70A71}"/>
          </ac:spMkLst>
        </pc:spChg>
        <pc:spChg chg="add del mod">
          <ac:chgData name="gurnoor virk" userId="6bda61429cbc28d4" providerId="Windows Live" clId="Web-{2A68D3D5-D2EA-5FA5-F46F-93F9F75255C2}" dt="2025-01-13T17:05:25.004" v="654"/>
          <ac:spMkLst>
            <pc:docMk/>
            <pc:sldMk cId="975368512" sldId="256"/>
            <ac:spMk id="5" creationId="{CBE6C3C1-448A-9B51-1A91-DA6537A5154A}"/>
          </ac:spMkLst>
        </pc:spChg>
        <pc:spChg chg="mod">
          <ac:chgData name="gurnoor virk" userId="6bda61429cbc28d4" providerId="Windows Live" clId="Web-{2A68D3D5-D2EA-5FA5-F46F-93F9F75255C2}" dt="2025-01-13T17:08:34.073" v="736" actId="1076"/>
          <ac:spMkLst>
            <pc:docMk/>
            <pc:sldMk cId="975368512" sldId="256"/>
            <ac:spMk id="10" creationId="{903501C3-C301-490F-A129-5C468AEC915D}"/>
          </ac:spMkLst>
        </pc:spChg>
        <pc:spChg chg="mod">
          <ac:chgData name="gurnoor virk" userId="6bda61429cbc28d4" providerId="Windows Live" clId="Web-{2A68D3D5-D2EA-5FA5-F46F-93F9F75255C2}" dt="2025-01-13T17:08:30.526" v="735" actId="1076"/>
          <ac:spMkLst>
            <pc:docMk/>
            <pc:sldMk cId="975368512" sldId="256"/>
            <ac:spMk id="11" creationId="{FC3F3DE7-4288-44D0-9E2E-8E5B9936AE7C}"/>
          </ac:spMkLst>
        </pc:spChg>
        <pc:picChg chg="add mod ord modCrop">
          <ac:chgData name="gurnoor virk" userId="6bda61429cbc28d4" providerId="Windows Live" clId="Web-{2A68D3D5-D2EA-5FA5-F46F-93F9F75255C2}" dt="2025-01-13T17:06:42.944" v="665" actId="1076"/>
          <ac:picMkLst>
            <pc:docMk/>
            <pc:sldMk cId="975368512" sldId="256"/>
            <ac:picMk id="6" creationId="{F072940D-A620-B0EA-D9CD-6EE25A013DF5}"/>
          </ac:picMkLst>
        </pc:picChg>
        <pc:picChg chg="add del">
          <ac:chgData name="gurnoor virk" userId="6bda61429cbc28d4" providerId="Windows Live" clId="Web-{2A68D3D5-D2EA-5FA5-F46F-93F9F75255C2}" dt="2025-01-13T16:56:59.659" v="548"/>
          <ac:picMkLst>
            <pc:docMk/>
            <pc:sldMk cId="975368512" sldId="256"/>
            <ac:picMk id="20" creationId="{6E2D2D38-24AA-4E51-8201-BF33AE415872}"/>
          </ac:picMkLst>
        </pc:picChg>
      </pc:sldChg>
      <pc:sldChg chg="modSp">
        <pc:chgData name="gurnoor virk" userId="6bda61429cbc28d4" providerId="Windows Live" clId="Web-{2A68D3D5-D2EA-5FA5-F46F-93F9F75255C2}" dt="2025-01-13T16:51:29.207" v="197" actId="14100"/>
        <pc:sldMkLst>
          <pc:docMk/>
          <pc:sldMk cId="4148681317" sldId="257"/>
        </pc:sldMkLst>
        <pc:spChg chg="mod">
          <ac:chgData name="gurnoor virk" userId="6bda61429cbc28d4" providerId="Windows Live" clId="Web-{2A68D3D5-D2EA-5FA5-F46F-93F9F75255C2}" dt="2025-01-13T16:51:29.207" v="197" actId="14100"/>
          <ac:spMkLst>
            <pc:docMk/>
            <pc:sldMk cId="4148681317" sldId="257"/>
            <ac:spMk id="13" creationId="{03252AFB-1364-05E7-C423-89DB466EDAD6}"/>
          </ac:spMkLst>
        </pc:spChg>
        <pc:spChg chg="mod">
          <ac:chgData name="gurnoor virk" userId="6bda61429cbc28d4" providerId="Windows Live" clId="Web-{2A68D3D5-D2EA-5FA5-F46F-93F9F75255C2}" dt="2025-01-13T16:37:18.220" v="36" actId="20577"/>
          <ac:spMkLst>
            <pc:docMk/>
            <pc:sldMk cId="4148681317" sldId="257"/>
            <ac:spMk id="16" creationId="{B14C0111-86AA-B377-753D-02A3CA89F8E6}"/>
          </ac:spMkLst>
        </pc:spChg>
      </pc:sldChg>
      <pc:sldChg chg="del">
        <pc:chgData name="gurnoor virk" userId="6bda61429cbc28d4" providerId="Windows Live" clId="Web-{2A68D3D5-D2EA-5FA5-F46F-93F9F75255C2}" dt="2025-01-13T17:33:38.751" v="2304"/>
        <pc:sldMkLst>
          <pc:docMk/>
          <pc:sldMk cId="2279421411" sldId="262"/>
        </pc:sldMkLst>
      </pc:sldChg>
      <pc:sldChg chg="modSp">
        <pc:chgData name="gurnoor virk" userId="6bda61429cbc28d4" providerId="Windows Live" clId="Web-{2A68D3D5-D2EA-5FA5-F46F-93F9F75255C2}" dt="2025-01-13T16:37:04.985" v="17" actId="20577"/>
        <pc:sldMkLst>
          <pc:docMk/>
          <pc:sldMk cId="2420619857" sldId="276"/>
        </pc:sldMkLst>
        <pc:spChg chg="mod">
          <ac:chgData name="gurnoor virk" userId="6bda61429cbc28d4" providerId="Windows Live" clId="Web-{2A68D3D5-D2EA-5FA5-F46F-93F9F75255C2}" dt="2025-01-13T16:37:04.985" v="17" actId="20577"/>
          <ac:spMkLst>
            <pc:docMk/>
            <pc:sldMk cId="2420619857" sldId="276"/>
            <ac:spMk id="2" creationId="{D8E381C4-F52E-F586-1465-77001CB91EEC}"/>
          </ac:spMkLst>
        </pc:spChg>
      </pc:sldChg>
      <pc:sldChg chg="addSp delSp modSp mod setBg">
        <pc:chgData name="gurnoor virk" userId="6bda61429cbc28d4" providerId="Windows Live" clId="Web-{2A68D3D5-D2EA-5FA5-F46F-93F9F75255C2}" dt="2025-01-13T16:56:17.142" v="483" actId="1076"/>
        <pc:sldMkLst>
          <pc:docMk/>
          <pc:sldMk cId="2841478693" sldId="279"/>
        </pc:sldMkLst>
        <pc:spChg chg="mod">
          <ac:chgData name="gurnoor virk" userId="6bda61429cbc28d4" providerId="Windows Live" clId="Web-{2A68D3D5-D2EA-5FA5-F46F-93F9F75255C2}" dt="2025-01-13T16:53:05.445" v="220" actId="14100"/>
          <ac:spMkLst>
            <pc:docMk/>
            <pc:sldMk cId="2841478693" sldId="279"/>
            <ac:spMk id="2" creationId="{667CF7FA-557B-82FA-0B3B-B29A88184B8A}"/>
          </ac:spMkLst>
        </pc:spChg>
        <pc:spChg chg="add del mod">
          <ac:chgData name="gurnoor virk" userId="6bda61429cbc28d4" providerId="Windows Live" clId="Web-{2A68D3D5-D2EA-5FA5-F46F-93F9F75255C2}" dt="2025-01-13T16:52:01.396" v="202"/>
          <ac:spMkLst>
            <pc:docMk/>
            <pc:sldMk cId="2841478693" sldId="279"/>
            <ac:spMk id="4" creationId="{10BDB0DF-9143-5337-F6C8-8D66D36058CB}"/>
          </ac:spMkLst>
        </pc:spChg>
        <pc:spChg chg="add del mod">
          <ac:chgData name="gurnoor virk" userId="6bda61429cbc28d4" providerId="Windows Live" clId="Web-{2A68D3D5-D2EA-5FA5-F46F-93F9F75255C2}" dt="2025-01-13T16:51:58.240" v="201"/>
          <ac:spMkLst>
            <pc:docMk/>
            <pc:sldMk cId="2841478693" sldId="279"/>
            <ac:spMk id="9" creationId="{5C3543B3-682A-C3B9-1589-2D34429BFBBD}"/>
          </ac:spMkLst>
        </pc:spChg>
        <pc:spChg chg="add del mod">
          <ac:chgData name="gurnoor virk" userId="6bda61429cbc28d4" providerId="Windows Live" clId="Web-{2A68D3D5-D2EA-5FA5-F46F-93F9F75255C2}" dt="2025-01-13T16:52:04.209" v="203"/>
          <ac:spMkLst>
            <pc:docMk/>
            <pc:sldMk cId="2841478693" sldId="279"/>
            <ac:spMk id="11" creationId="{0DF553F6-7DBD-5A52-3138-5E4A40D80320}"/>
          </ac:spMkLst>
        </pc:spChg>
        <pc:spChg chg="add mod">
          <ac:chgData name="gurnoor virk" userId="6bda61429cbc28d4" providerId="Windows Live" clId="Web-{2A68D3D5-D2EA-5FA5-F46F-93F9F75255C2}" dt="2025-01-13T16:56:17.142" v="483" actId="1076"/>
          <ac:spMkLst>
            <pc:docMk/>
            <pc:sldMk cId="2841478693" sldId="279"/>
            <ac:spMk id="12" creationId="{B199583E-6BFB-19EA-FD98-08E8D309024B}"/>
          </ac:spMkLst>
        </pc:spChg>
        <pc:picChg chg="del">
          <ac:chgData name="gurnoor virk" userId="6bda61429cbc28d4" providerId="Windows Live" clId="Web-{2A68D3D5-D2EA-5FA5-F46F-93F9F75255C2}" dt="2025-01-13T16:51:46.896" v="198"/>
          <ac:picMkLst>
            <pc:docMk/>
            <pc:sldMk cId="2841478693" sldId="279"/>
            <ac:picMk id="6" creationId="{B8EA5149-9394-870E-B264-F258BDDEFD09}"/>
          </ac:picMkLst>
        </pc:picChg>
        <pc:picChg chg="del">
          <ac:chgData name="gurnoor virk" userId="6bda61429cbc28d4" providerId="Windows Live" clId="Web-{2A68D3D5-D2EA-5FA5-F46F-93F9F75255C2}" dt="2025-01-13T16:51:48.583" v="199"/>
          <ac:picMkLst>
            <pc:docMk/>
            <pc:sldMk cId="2841478693" sldId="279"/>
            <ac:picMk id="7" creationId="{0C1F56FC-13FD-CF18-C27C-BB919D2032EC}"/>
          </ac:picMkLst>
        </pc:picChg>
        <pc:picChg chg="del">
          <ac:chgData name="gurnoor virk" userId="6bda61429cbc28d4" providerId="Windows Live" clId="Web-{2A68D3D5-D2EA-5FA5-F46F-93F9F75255C2}" dt="2025-01-13T16:51:50.161" v="200"/>
          <ac:picMkLst>
            <pc:docMk/>
            <pc:sldMk cId="2841478693" sldId="279"/>
            <ac:picMk id="8" creationId="{AF3B1638-8D86-9297-862F-D554B1D506EC}"/>
          </ac:picMkLst>
        </pc:picChg>
      </pc:sldChg>
      <pc:sldChg chg="modSp">
        <pc:chgData name="gurnoor virk" userId="6bda61429cbc28d4" providerId="Windows Live" clId="Web-{2A68D3D5-D2EA-5FA5-F46F-93F9F75255C2}" dt="2025-01-13T17:12:26.458" v="1143" actId="20577"/>
        <pc:sldMkLst>
          <pc:docMk/>
          <pc:sldMk cId="3429045197" sldId="281"/>
        </pc:sldMkLst>
        <pc:spChg chg="mod">
          <ac:chgData name="gurnoor virk" userId="6bda61429cbc28d4" providerId="Windows Live" clId="Web-{2A68D3D5-D2EA-5FA5-F46F-93F9F75255C2}" dt="2025-01-13T17:09:27.325" v="777" actId="20577"/>
          <ac:spMkLst>
            <pc:docMk/>
            <pc:sldMk cId="3429045197" sldId="281"/>
            <ac:spMk id="3" creationId="{C53BE6CC-8C1E-6B1C-8AA5-3F3426DFC1DB}"/>
          </ac:spMkLst>
        </pc:spChg>
        <pc:spChg chg="mod">
          <ac:chgData name="gurnoor virk" userId="6bda61429cbc28d4" providerId="Windows Live" clId="Web-{2A68D3D5-D2EA-5FA5-F46F-93F9F75255C2}" dt="2025-01-13T17:12:26.458" v="1143" actId="20577"/>
          <ac:spMkLst>
            <pc:docMk/>
            <pc:sldMk cId="3429045197" sldId="281"/>
            <ac:spMk id="5" creationId="{5B9CCD2F-6960-1115-4E8A-99C450D747C3}"/>
          </ac:spMkLst>
        </pc:spChg>
      </pc:sldChg>
      <pc:sldChg chg="modSp">
        <pc:chgData name="gurnoor virk" userId="6bda61429cbc28d4" providerId="Windows Live" clId="Web-{2A68D3D5-D2EA-5FA5-F46F-93F9F75255C2}" dt="2025-01-13T17:16:09.606" v="1472" actId="20577"/>
        <pc:sldMkLst>
          <pc:docMk/>
          <pc:sldMk cId="3760724414" sldId="283"/>
        </pc:sldMkLst>
        <pc:spChg chg="mod">
          <ac:chgData name="gurnoor virk" userId="6bda61429cbc28d4" providerId="Windows Live" clId="Web-{2A68D3D5-D2EA-5FA5-F46F-93F9F75255C2}" dt="2025-01-13T17:12:42.771" v="1151" actId="20577"/>
          <ac:spMkLst>
            <pc:docMk/>
            <pc:sldMk cId="3760724414" sldId="283"/>
            <ac:spMk id="2" creationId="{CD7DE88C-4518-8DA5-1DFF-70A6558595C0}"/>
          </ac:spMkLst>
        </pc:spChg>
        <pc:spChg chg="mod">
          <ac:chgData name="gurnoor virk" userId="6bda61429cbc28d4" providerId="Windows Live" clId="Web-{2A68D3D5-D2EA-5FA5-F46F-93F9F75255C2}" dt="2025-01-13T17:16:09.606" v="1472" actId="20577"/>
          <ac:spMkLst>
            <pc:docMk/>
            <pc:sldMk cId="3760724414" sldId="283"/>
            <ac:spMk id="3" creationId="{AC895DF9-4327-92A6-EB3F-1320895ED53A}"/>
          </ac:spMkLst>
        </pc:spChg>
      </pc:sldChg>
      <pc:sldChg chg="modSp">
        <pc:chgData name="gurnoor virk" userId="6bda61429cbc28d4" providerId="Windows Live" clId="Web-{2A68D3D5-D2EA-5FA5-F46F-93F9F75255C2}" dt="2025-01-13T17:16:24.122" v="1489" actId="20577"/>
        <pc:sldMkLst>
          <pc:docMk/>
          <pc:sldMk cId="1735863000" sldId="293"/>
        </pc:sldMkLst>
        <pc:spChg chg="mod">
          <ac:chgData name="gurnoor virk" userId="6bda61429cbc28d4" providerId="Windows Live" clId="Web-{2A68D3D5-D2EA-5FA5-F46F-93F9F75255C2}" dt="2025-01-13T17:16:24.122" v="1489" actId="20577"/>
          <ac:spMkLst>
            <pc:docMk/>
            <pc:sldMk cId="1735863000" sldId="293"/>
            <ac:spMk id="2" creationId="{03A38AAD-ED41-A5A5-C08E-89B0C4F54FF8}"/>
          </ac:spMkLst>
        </pc:spChg>
      </pc:sldChg>
      <pc:sldChg chg="addSp delSp modSp">
        <pc:chgData name="gurnoor virk" userId="6bda61429cbc28d4" providerId="Windows Live" clId="Web-{2A68D3D5-D2EA-5FA5-F46F-93F9F75255C2}" dt="2025-01-13T17:26:51.863" v="1905" actId="20577"/>
        <pc:sldMkLst>
          <pc:docMk/>
          <pc:sldMk cId="4115843581" sldId="294"/>
        </pc:sldMkLst>
        <pc:spChg chg="mod">
          <ac:chgData name="gurnoor virk" userId="6bda61429cbc28d4" providerId="Windows Live" clId="Web-{2A68D3D5-D2EA-5FA5-F46F-93F9F75255C2}" dt="2025-01-13T17:18:04.001" v="1498" actId="20577"/>
          <ac:spMkLst>
            <pc:docMk/>
            <pc:sldMk cId="4115843581" sldId="294"/>
            <ac:spMk id="2" creationId="{11A8A76F-D376-79BA-AC5E-A2735E78350F}"/>
          </ac:spMkLst>
        </pc:spChg>
        <pc:spChg chg="add del mod">
          <ac:chgData name="gurnoor virk" userId="6bda61429cbc28d4" providerId="Windows Live" clId="Web-{2A68D3D5-D2EA-5FA5-F46F-93F9F75255C2}" dt="2025-01-13T17:24:03.044" v="1525"/>
          <ac:spMkLst>
            <pc:docMk/>
            <pc:sldMk cId="4115843581" sldId="294"/>
            <ac:spMk id="3" creationId="{95F5D284-61C4-B17C-FCD3-9FA9070D219C}"/>
          </ac:spMkLst>
        </pc:spChg>
        <pc:spChg chg="mod">
          <ac:chgData name="gurnoor virk" userId="6bda61429cbc28d4" providerId="Windows Live" clId="Web-{2A68D3D5-D2EA-5FA5-F46F-93F9F75255C2}" dt="2025-01-13T17:26:51.863" v="1905" actId="20577"/>
          <ac:spMkLst>
            <pc:docMk/>
            <pc:sldMk cId="4115843581" sldId="294"/>
            <ac:spMk id="4" creationId="{73536F5E-3803-4149-AA66-FD25B8E82CFD}"/>
          </ac:spMkLst>
        </pc:spChg>
        <pc:picChg chg="add del mod ord">
          <ac:chgData name="gurnoor virk" userId="6bda61429cbc28d4" providerId="Windows Live" clId="Web-{2A68D3D5-D2EA-5FA5-F46F-93F9F75255C2}" dt="2025-01-13T17:22:04.571" v="1524"/>
          <ac:picMkLst>
            <pc:docMk/>
            <pc:sldMk cId="4115843581" sldId="294"/>
            <ac:picMk id="5" creationId="{D537A6EB-F3D5-28B3-4733-39CC1E4A1B77}"/>
          </ac:picMkLst>
        </pc:picChg>
        <pc:picChg chg="add mod ord">
          <ac:chgData name="gurnoor virk" userId="6bda61429cbc28d4" providerId="Windows Live" clId="Web-{2A68D3D5-D2EA-5FA5-F46F-93F9F75255C2}" dt="2025-01-13T17:24:28.326" v="1530" actId="1076"/>
          <ac:picMkLst>
            <pc:docMk/>
            <pc:sldMk cId="4115843581" sldId="294"/>
            <ac:picMk id="6" creationId="{62182582-5570-462C-2474-A334494AC3E2}"/>
          </ac:picMkLst>
        </pc:picChg>
      </pc:sldChg>
      <pc:sldChg chg="addSp delSp modSp">
        <pc:chgData name="gurnoor virk" userId="6bda61429cbc28d4" providerId="Windows Live" clId="Web-{2A68D3D5-D2EA-5FA5-F46F-93F9F75255C2}" dt="2025-01-13T17:29:37.696" v="2075" actId="1076"/>
        <pc:sldMkLst>
          <pc:docMk/>
          <pc:sldMk cId="4198645986" sldId="295"/>
        </pc:sldMkLst>
        <pc:spChg chg="mod">
          <ac:chgData name="gurnoor virk" userId="6bda61429cbc28d4" providerId="Windows Live" clId="Web-{2A68D3D5-D2EA-5FA5-F46F-93F9F75255C2}" dt="2025-01-13T17:18:12.345" v="1519" actId="20577"/>
          <ac:spMkLst>
            <pc:docMk/>
            <pc:sldMk cId="4198645986" sldId="295"/>
            <ac:spMk id="3" creationId="{88352076-65B5-C2DF-1B98-F53DD1D91242}"/>
          </ac:spMkLst>
        </pc:spChg>
        <pc:spChg chg="add del mod">
          <ac:chgData name="gurnoor virk" userId="6bda61429cbc28d4" providerId="Windows Live" clId="Web-{2A68D3D5-D2EA-5FA5-F46F-93F9F75255C2}" dt="2025-01-13T17:28:30.960" v="2067"/>
          <ac:spMkLst>
            <pc:docMk/>
            <pc:sldMk cId="4198645986" sldId="295"/>
            <ac:spMk id="4" creationId="{3A4D856A-ABB2-59E0-4555-3A4E18C0DB49}"/>
          </ac:spMkLst>
        </pc:spChg>
        <pc:spChg chg="mod">
          <ac:chgData name="gurnoor virk" userId="6bda61429cbc28d4" providerId="Windows Live" clId="Web-{2A68D3D5-D2EA-5FA5-F46F-93F9F75255C2}" dt="2025-01-13T17:27:42.896" v="2065" actId="20577"/>
          <ac:spMkLst>
            <pc:docMk/>
            <pc:sldMk cId="4198645986" sldId="295"/>
            <ac:spMk id="15" creationId="{97B0AC9C-0433-6B83-4743-3A4559BB3E67}"/>
          </ac:spMkLst>
        </pc:spChg>
        <pc:picChg chg="add mod ord modCrop">
          <ac:chgData name="gurnoor virk" userId="6bda61429cbc28d4" providerId="Windows Live" clId="Web-{2A68D3D5-D2EA-5FA5-F46F-93F9F75255C2}" dt="2025-01-13T17:29:37.696" v="2075" actId="1076"/>
          <ac:picMkLst>
            <pc:docMk/>
            <pc:sldMk cId="4198645986" sldId="295"/>
            <ac:picMk id="5" creationId="{D571FFE0-8814-7E11-5F4F-35AF6C224F1F}"/>
          </ac:picMkLst>
        </pc:picChg>
        <pc:picChg chg="del">
          <ac:chgData name="gurnoor virk" userId="6bda61429cbc28d4" providerId="Windows Live" clId="Web-{2A68D3D5-D2EA-5FA5-F46F-93F9F75255C2}" dt="2025-01-13T17:28:18.459" v="2066"/>
          <ac:picMkLst>
            <pc:docMk/>
            <pc:sldMk cId="4198645986" sldId="295"/>
            <ac:picMk id="13" creationId="{09E9642A-EBD6-4A1F-862C-5E040624C50D}"/>
          </ac:picMkLst>
        </pc:picChg>
      </pc:sldChg>
      <pc:sldChg chg="addSp delSp modSp">
        <pc:chgData name="gurnoor virk" userId="6bda61429cbc28d4" providerId="Windows Live" clId="Web-{2A68D3D5-D2EA-5FA5-F46F-93F9F75255C2}" dt="2025-01-13T17:31:17.481" v="2174"/>
        <pc:sldMkLst>
          <pc:docMk/>
          <pc:sldMk cId="4237191300" sldId="296"/>
        </pc:sldMkLst>
        <pc:spChg chg="mod">
          <ac:chgData name="gurnoor virk" userId="6bda61429cbc28d4" providerId="Windows Live" clId="Web-{2A68D3D5-D2EA-5FA5-F46F-93F9F75255C2}" dt="2025-01-13T17:30:06.775" v="2095" actId="20577"/>
          <ac:spMkLst>
            <pc:docMk/>
            <pc:sldMk cId="4237191300" sldId="296"/>
            <ac:spMk id="2" creationId="{1AEB5714-4BE0-EC6B-90B7-F8A86023F951}"/>
          </ac:spMkLst>
        </pc:spChg>
        <pc:spChg chg="mod">
          <ac:chgData name="gurnoor virk" userId="6bda61429cbc28d4" providerId="Windows Live" clId="Web-{2A68D3D5-D2EA-5FA5-F46F-93F9F75255C2}" dt="2025-01-13T17:30:45.183" v="2163" actId="20577"/>
          <ac:spMkLst>
            <pc:docMk/>
            <pc:sldMk cId="4237191300" sldId="296"/>
            <ac:spMk id="3" creationId="{9D59BDC7-4E05-2A5B-EC80-62CCB3664A9D}"/>
          </ac:spMkLst>
        </pc:spChg>
        <pc:spChg chg="add del mod">
          <ac:chgData name="gurnoor virk" userId="6bda61429cbc28d4" providerId="Windows Live" clId="Web-{2A68D3D5-D2EA-5FA5-F46F-93F9F75255C2}" dt="2025-01-13T17:31:00.340" v="2171"/>
          <ac:spMkLst>
            <pc:docMk/>
            <pc:sldMk cId="4237191300" sldId="296"/>
            <ac:spMk id="5" creationId="{D0A91F7C-992E-0E37-BC85-F71DB3D6605E}"/>
          </ac:spMkLst>
        </pc:spChg>
        <pc:spChg chg="add del mod">
          <ac:chgData name="gurnoor virk" userId="6bda61429cbc28d4" providerId="Windows Live" clId="Web-{2A68D3D5-D2EA-5FA5-F46F-93F9F75255C2}" dt="2025-01-13T17:31:17.481" v="2174"/>
          <ac:spMkLst>
            <pc:docMk/>
            <pc:sldMk cId="4237191300" sldId="296"/>
            <ac:spMk id="6" creationId="{2253DE18-82EC-734C-B06D-1DFDD321E364}"/>
          </ac:spMkLst>
        </pc:spChg>
        <pc:graphicFrameChg chg="del mod modGraphic">
          <ac:chgData name="gurnoor virk" userId="6bda61429cbc28d4" providerId="Windows Live" clId="Web-{2A68D3D5-D2EA-5FA5-F46F-93F9F75255C2}" dt="2025-01-13T17:30:57.621" v="2170"/>
          <ac:graphicFrameMkLst>
            <pc:docMk/>
            <pc:sldMk cId="4237191300" sldId="296"/>
            <ac:graphicFrameMk id="10" creationId="{87D6886D-B5A1-1F5D-F70E-3462D3F53FF1}"/>
          </ac:graphicFrameMkLst>
        </pc:graphicFrameChg>
      </pc:sldChg>
      <pc:sldChg chg="addSp delSp modSp">
        <pc:chgData name="gurnoor virk" userId="6bda61429cbc28d4" providerId="Windows Live" clId="Web-{2A68D3D5-D2EA-5FA5-F46F-93F9F75255C2}" dt="2025-01-13T17:33:31.282" v="2303" actId="20577"/>
        <pc:sldMkLst>
          <pc:docMk/>
          <pc:sldMk cId="3264145674" sldId="297"/>
        </pc:sldMkLst>
        <pc:spChg chg="mod">
          <ac:chgData name="gurnoor virk" userId="6bda61429cbc28d4" providerId="Windows Live" clId="Web-{2A68D3D5-D2EA-5FA5-F46F-93F9F75255C2}" dt="2025-01-13T17:31:33.169" v="2178" actId="20577"/>
          <ac:spMkLst>
            <pc:docMk/>
            <pc:sldMk cId="3264145674" sldId="297"/>
            <ac:spMk id="2" creationId="{82832A43-A135-E306-2FB5-19EDC6C63F53}"/>
          </ac:spMkLst>
        </pc:spChg>
        <pc:spChg chg="mod">
          <ac:chgData name="gurnoor virk" userId="6bda61429cbc28d4" providerId="Windows Live" clId="Web-{2A68D3D5-D2EA-5FA5-F46F-93F9F75255C2}" dt="2025-01-13T17:33:31.282" v="2303" actId="20577"/>
          <ac:spMkLst>
            <pc:docMk/>
            <pc:sldMk cId="3264145674" sldId="297"/>
            <ac:spMk id="3" creationId="{97A4F8F7-4B55-C424-6405-19AE9A19EEB2}"/>
          </ac:spMkLst>
        </pc:spChg>
        <pc:spChg chg="del mod">
          <ac:chgData name="gurnoor virk" userId="6bda61429cbc28d4" providerId="Windows Live" clId="Web-{2A68D3D5-D2EA-5FA5-F46F-93F9F75255C2}" dt="2025-01-13T17:31:37.919" v="2181"/>
          <ac:spMkLst>
            <pc:docMk/>
            <pc:sldMk cId="3264145674" sldId="297"/>
            <ac:spMk id="4" creationId="{D68280C0-0E9D-3C24-020F-F4E30349EC09}"/>
          </ac:spMkLst>
        </pc:spChg>
        <pc:spChg chg="add del mod">
          <ac:chgData name="gurnoor virk" userId="6bda61429cbc28d4" providerId="Windows Live" clId="Web-{2A68D3D5-D2EA-5FA5-F46F-93F9F75255C2}" dt="2025-01-13T17:31:45.451" v="2184"/>
          <ac:spMkLst>
            <pc:docMk/>
            <pc:sldMk cId="3264145674" sldId="297"/>
            <ac:spMk id="6" creationId="{2CF93129-E6A3-A366-F1CC-A54BB9306D51}"/>
          </ac:spMkLst>
        </pc:spChg>
      </pc:sldChg>
      <pc:sldChg chg="modSp">
        <pc:chgData name="gurnoor virk" userId="6bda61429cbc28d4" providerId="Windows Live" clId="Web-{2A68D3D5-D2EA-5FA5-F46F-93F9F75255C2}" dt="2025-01-13T17:34:24.519" v="2366" actId="20577"/>
        <pc:sldMkLst>
          <pc:docMk/>
          <pc:sldMk cId="3684793955" sldId="298"/>
        </pc:sldMkLst>
        <pc:spChg chg="mod">
          <ac:chgData name="gurnoor virk" userId="6bda61429cbc28d4" providerId="Windows Live" clId="Web-{2A68D3D5-D2EA-5FA5-F46F-93F9F75255C2}" dt="2025-01-13T17:34:24.519" v="2366" actId="20577"/>
          <ac:spMkLst>
            <pc:docMk/>
            <pc:sldMk cId="3684793955" sldId="298"/>
            <ac:spMk id="3" creationId="{F3F2E30C-1333-5529-886B-FD732D3DCBD3}"/>
          </ac:spMkLst>
        </pc:spChg>
      </pc:sldChg>
    </pc:docChg>
  </pc:docChgLst>
  <pc:docChgLst>
    <pc:chgData name="gurnoor virk" userId="6bda61429cbc28d4" providerId="Windows Live" clId="Web-{1703051F-D75A-E4F1-E69D-A409956937FF}"/>
    <pc:docChg chg="modSld">
      <pc:chgData name="gurnoor virk" userId="6bda61429cbc28d4" providerId="Windows Live" clId="Web-{1703051F-D75A-E4F1-E69D-A409956937FF}" dt="2025-01-27T16:50:22.414" v="189" actId="1076"/>
      <pc:docMkLst>
        <pc:docMk/>
      </pc:docMkLst>
      <pc:sldChg chg="modSp">
        <pc:chgData name="gurnoor virk" userId="6bda61429cbc28d4" providerId="Windows Live" clId="Web-{1703051F-D75A-E4F1-E69D-A409956937FF}" dt="2025-01-27T16:05:00.021" v="168" actId="1076"/>
        <pc:sldMkLst>
          <pc:docMk/>
          <pc:sldMk cId="1735863000" sldId="293"/>
        </pc:sldMkLst>
        <pc:spChg chg="mod">
          <ac:chgData name="gurnoor virk" userId="6bda61429cbc28d4" providerId="Windows Live" clId="Web-{1703051F-D75A-E4F1-E69D-A409956937FF}" dt="2025-01-27T16:05:00.021" v="168" actId="1076"/>
          <ac:spMkLst>
            <pc:docMk/>
            <pc:sldMk cId="1735863000" sldId="293"/>
            <ac:spMk id="3" creationId="{D2539837-86F8-E190-7724-905421C336A7}"/>
          </ac:spMkLst>
        </pc:spChg>
        <pc:spChg chg="mod">
          <ac:chgData name="gurnoor virk" userId="6bda61429cbc28d4" providerId="Windows Live" clId="Web-{1703051F-D75A-E4F1-E69D-A409956937FF}" dt="2025-01-27T16:02:11.531" v="50" actId="1076"/>
          <ac:spMkLst>
            <pc:docMk/>
            <pc:sldMk cId="1735863000" sldId="293"/>
            <ac:spMk id="4" creationId="{D14F103D-6A11-7052-0475-B28F957A9B64}"/>
          </ac:spMkLst>
        </pc:spChg>
      </pc:sldChg>
      <pc:sldChg chg="addSp delSp modSp">
        <pc:chgData name="gurnoor virk" userId="6bda61429cbc28d4" providerId="Windows Live" clId="Web-{1703051F-D75A-E4F1-E69D-A409956937FF}" dt="2025-01-27T16:18:08.972" v="176" actId="1076"/>
        <pc:sldMkLst>
          <pc:docMk/>
          <pc:sldMk cId="4115843581" sldId="294"/>
        </pc:sldMkLst>
        <pc:spChg chg="add del mod">
          <ac:chgData name="gurnoor virk" userId="6bda61429cbc28d4" providerId="Windows Live" clId="Web-{1703051F-D75A-E4F1-E69D-A409956937FF}" dt="2025-01-27T16:18:02.440" v="174"/>
          <ac:spMkLst>
            <pc:docMk/>
            <pc:sldMk cId="4115843581" sldId="294"/>
            <ac:spMk id="5" creationId="{08C4D973-EE51-4A73-2E54-5AEBBEB664F4}"/>
          </ac:spMkLst>
        </pc:spChg>
        <pc:picChg chg="del">
          <ac:chgData name="gurnoor virk" userId="6bda61429cbc28d4" providerId="Windows Live" clId="Web-{1703051F-D75A-E4F1-E69D-A409956937FF}" dt="2025-01-27T16:17:50.846" v="173"/>
          <ac:picMkLst>
            <pc:docMk/>
            <pc:sldMk cId="4115843581" sldId="294"/>
            <ac:picMk id="6" creationId="{62182582-5570-462C-2474-A334494AC3E2}"/>
          </ac:picMkLst>
        </pc:picChg>
        <pc:picChg chg="add mod ord">
          <ac:chgData name="gurnoor virk" userId="6bda61429cbc28d4" providerId="Windows Live" clId="Web-{1703051F-D75A-E4F1-E69D-A409956937FF}" dt="2025-01-27T16:18:08.972" v="176" actId="1076"/>
          <ac:picMkLst>
            <pc:docMk/>
            <pc:sldMk cId="4115843581" sldId="294"/>
            <ac:picMk id="7" creationId="{A8A784CB-A18E-26BF-AAAD-FB54ABABDFE8}"/>
          </ac:picMkLst>
        </pc:picChg>
      </pc:sldChg>
      <pc:sldChg chg="addSp modSp addAnim">
        <pc:chgData name="gurnoor virk" userId="6bda61429cbc28d4" providerId="Windows Live" clId="Web-{1703051F-D75A-E4F1-E69D-A409956937FF}" dt="2025-01-27T16:50:22.414" v="189" actId="1076"/>
        <pc:sldMkLst>
          <pc:docMk/>
          <pc:sldMk cId="4198645986" sldId="295"/>
        </pc:sldMkLst>
        <pc:spChg chg="mod">
          <ac:chgData name="gurnoor virk" userId="6bda61429cbc28d4" providerId="Windows Live" clId="Web-{1703051F-D75A-E4F1-E69D-A409956937FF}" dt="2025-01-27T16:49:54.867" v="182" actId="1076"/>
          <ac:spMkLst>
            <pc:docMk/>
            <pc:sldMk cId="4198645986" sldId="295"/>
            <ac:spMk id="3" creationId="{88352076-65B5-C2DF-1B98-F53DD1D91242}"/>
          </ac:spMkLst>
        </pc:spChg>
        <pc:spChg chg="mod">
          <ac:chgData name="gurnoor virk" userId="6bda61429cbc28d4" providerId="Windows Live" clId="Web-{1703051F-D75A-E4F1-E69D-A409956937FF}" dt="2025-01-27T16:50:18.836" v="188" actId="1076"/>
          <ac:spMkLst>
            <pc:docMk/>
            <pc:sldMk cId="4198645986" sldId="295"/>
            <ac:spMk id="15" creationId="{97B0AC9C-0433-6B83-4743-3A4559BB3E67}"/>
          </ac:spMkLst>
        </pc:spChg>
        <pc:picChg chg="add mod">
          <ac:chgData name="gurnoor virk" userId="6bda61429cbc28d4" providerId="Windows Live" clId="Web-{1703051F-D75A-E4F1-E69D-A409956937FF}" dt="2025-01-27T16:50:22.414" v="189" actId="1076"/>
          <ac:picMkLst>
            <pc:docMk/>
            <pc:sldMk cId="4198645986" sldId="295"/>
            <ac:picMk id="2" creationId="{2F028FA5-20D8-7B51-12F1-4363BFC2E472}"/>
          </ac:picMkLst>
        </pc:picChg>
      </pc:sldChg>
      <pc:sldChg chg="addSp modSp">
        <pc:chgData name="gurnoor virk" userId="6bda61429cbc28d4" providerId="Windows Live" clId="Web-{1703051F-D75A-E4F1-E69D-A409956937FF}" dt="2025-01-27T16:05:26.131" v="172" actId="20577"/>
        <pc:sldMkLst>
          <pc:docMk/>
          <pc:sldMk cId="4237191300" sldId="296"/>
        </pc:sldMkLst>
        <pc:spChg chg="add mod">
          <ac:chgData name="gurnoor virk" userId="6bda61429cbc28d4" providerId="Windows Live" clId="Web-{1703051F-D75A-E4F1-E69D-A409956937FF}" dt="2025-01-27T16:05:26.131" v="172" actId="20577"/>
          <ac:spMkLst>
            <pc:docMk/>
            <pc:sldMk cId="4237191300" sldId="296"/>
            <ac:spMk id="4" creationId="{2C1C1194-F995-F9E1-05FC-A29AD4EB63D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B022A2D-42FA-4553-8772-8DAE87B7695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FDD895D-FAE0-4BCC-A867-FF4B70D9BF7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568A188-91E3-4091-B70E-E1E6D807C522}" type="datetimeFigureOut">
              <a:rPr lang="en-US" smtClean="0"/>
              <a:t>1/27/2025</a:t>
            </a:fld>
            <a:endParaRPr lang="en-US" dirty="0"/>
          </a:p>
        </p:txBody>
      </p:sp>
      <p:sp>
        <p:nvSpPr>
          <p:cNvPr id="4" name="Footer Placeholder 3">
            <a:extLst>
              <a:ext uri="{FF2B5EF4-FFF2-40B4-BE49-F238E27FC236}">
                <a16:creationId xmlns:a16="http://schemas.microsoft.com/office/drawing/2014/main" id="{4C4706EC-595E-4FD0-9EC4-968864CC931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CF699D8E-A980-43D3-BFB9-0812FFA36AB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C4EE72E-E5A5-44ED-A736-DB8D8EE9B4C6}" type="slidenum">
              <a:rPr lang="en-US" smtClean="0"/>
              <a:t>‹#›</a:t>
            </a:fld>
            <a:endParaRPr lang="en-US" dirty="0"/>
          </a:p>
        </p:txBody>
      </p:sp>
    </p:spTree>
    <p:extLst>
      <p:ext uri="{BB962C8B-B14F-4D97-AF65-F5344CB8AC3E}">
        <p14:creationId xmlns:p14="http://schemas.microsoft.com/office/powerpoint/2010/main" val="39461741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C02412-B176-4E06-823F-C66FEB3E21FB}" type="datetimeFigureOut">
              <a:rPr lang="en-US" smtClean="0"/>
              <a:t>1/27/2025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942FC2-A162-47B3-989B-571A62414964}" type="slidenum">
              <a:rPr lang="en-US" smtClean="0"/>
              <a:t>‹#›</a:t>
            </a:fld>
            <a:endParaRPr lang="en-US" dirty="0"/>
          </a:p>
        </p:txBody>
      </p:sp>
    </p:spTree>
    <p:extLst>
      <p:ext uri="{BB962C8B-B14F-4D97-AF65-F5344CB8AC3E}">
        <p14:creationId xmlns:p14="http://schemas.microsoft.com/office/powerpoint/2010/main" val="38913277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942FC2-A162-47B3-989B-571A62414964}" type="slidenum">
              <a:rPr lang="en-US" smtClean="0"/>
              <a:t>1</a:t>
            </a:fld>
            <a:endParaRPr lang="en-US" dirty="0"/>
          </a:p>
        </p:txBody>
      </p:sp>
    </p:spTree>
    <p:extLst>
      <p:ext uri="{BB962C8B-B14F-4D97-AF65-F5344CB8AC3E}">
        <p14:creationId xmlns:p14="http://schemas.microsoft.com/office/powerpoint/2010/main" val="36309004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942FC2-A162-47B3-989B-571A62414964}" type="slidenum">
              <a:rPr lang="en-US" smtClean="0"/>
              <a:t>2</a:t>
            </a:fld>
            <a:endParaRPr lang="en-US" dirty="0"/>
          </a:p>
        </p:txBody>
      </p:sp>
    </p:spTree>
    <p:extLst>
      <p:ext uri="{BB962C8B-B14F-4D97-AF65-F5344CB8AC3E}">
        <p14:creationId xmlns:p14="http://schemas.microsoft.com/office/powerpoint/2010/main" val="41888000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942FC2-A162-47B3-989B-571A62414964}" type="slidenum">
              <a:rPr lang="en-US" smtClean="0"/>
              <a:t>3</a:t>
            </a:fld>
            <a:endParaRPr lang="en-US" dirty="0"/>
          </a:p>
        </p:txBody>
      </p:sp>
    </p:spTree>
    <p:extLst>
      <p:ext uri="{BB962C8B-B14F-4D97-AF65-F5344CB8AC3E}">
        <p14:creationId xmlns:p14="http://schemas.microsoft.com/office/powerpoint/2010/main" val="12376679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942FC2-A162-47B3-989B-571A62414964}" type="slidenum">
              <a:rPr lang="en-US" smtClean="0"/>
              <a:t>4</a:t>
            </a:fld>
            <a:endParaRPr lang="en-US" dirty="0"/>
          </a:p>
        </p:txBody>
      </p:sp>
    </p:spTree>
    <p:extLst>
      <p:ext uri="{BB962C8B-B14F-4D97-AF65-F5344CB8AC3E}">
        <p14:creationId xmlns:p14="http://schemas.microsoft.com/office/powerpoint/2010/main" val="42304686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942FC2-A162-47B3-989B-571A62414964}" type="slidenum">
              <a:rPr lang="en-US" smtClean="0"/>
              <a:t>5</a:t>
            </a:fld>
            <a:endParaRPr lang="en-US" dirty="0"/>
          </a:p>
        </p:txBody>
      </p:sp>
    </p:spTree>
    <p:extLst>
      <p:ext uri="{BB962C8B-B14F-4D97-AF65-F5344CB8AC3E}">
        <p14:creationId xmlns:p14="http://schemas.microsoft.com/office/powerpoint/2010/main" val="22848561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942FC2-A162-47B3-989B-571A62414964}" type="slidenum">
              <a:rPr lang="en-US" smtClean="0"/>
              <a:t>6</a:t>
            </a:fld>
            <a:endParaRPr lang="en-US" dirty="0"/>
          </a:p>
        </p:txBody>
      </p:sp>
    </p:spTree>
    <p:extLst>
      <p:ext uri="{BB962C8B-B14F-4D97-AF65-F5344CB8AC3E}">
        <p14:creationId xmlns:p14="http://schemas.microsoft.com/office/powerpoint/2010/main" val="11715704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942FC2-A162-47B3-989B-571A62414964}" type="slidenum">
              <a:rPr lang="en-US" smtClean="0"/>
              <a:t>7</a:t>
            </a:fld>
            <a:endParaRPr lang="en-US" dirty="0"/>
          </a:p>
        </p:txBody>
      </p:sp>
    </p:spTree>
    <p:extLst>
      <p:ext uri="{BB962C8B-B14F-4D97-AF65-F5344CB8AC3E}">
        <p14:creationId xmlns:p14="http://schemas.microsoft.com/office/powerpoint/2010/main" val="41035904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942FC2-A162-47B3-989B-571A62414964}" type="slidenum">
              <a:rPr lang="en-US" smtClean="0"/>
              <a:t>8</a:t>
            </a:fld>
            <a:endParaRPr lang="en-US" dirty="0"/>
          </a:p>
        </p:txBody>
      </p:sp>
    </p:spTree>
    <p:extLst>
      <p:ext uri="{BB962C8B-B14F-4D97-AF65-F5344CB8AC3E}">
        <p14:creationId xmlns:p14="http://schemas.microsoft.com/office/powerpoint/2010/main" val="8795725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942FC2-A162-47B3-989B-571A62414964}" type="slidenum">
              <a:rPr lang="en-US" smtClean="0"/>
              <a:t>9</a:t>
            </a:fld>
            <a:endParaRPr lang="en-US" dirty="0"/>
          </a:p>
        </p:txBody>
      </p:sp>
    </p:spTree>
    <p:extLst>
      <p:ext uri="{BB962C8B-B14F-4D97-AF65-F5344CB8AC3E}">
        <p14:creationId xmlns:p14="http://schemas.microsoft.com/office/powerpoint/2010/main" val="29692470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942FC2-A162-47B3-989B-571A62414964}" type="slidenum">
              <a:rPr lang="en-US" smtClean="0"/>
              <a:t>10</a:t>
            </a:fld>
            <a:endParaRPr lang="en-US" dirty="0"/>
          </a:p>
        </p:txBody>
      </p:sp>
    </p:spTree>
    <p:extLst>
      <p:ext uri="{BB962C8B-B14F-4D97-AF65-F5344CB8AC3E}">
        <p14:creationId xmlns:p14="http://schemas.microsoft.com/office/powerpoint/2010/main" val="13597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942FC2-A162-47B3-989B-571A62414964}" type="slidenum">
              <a:rPr lang="en-US" smtClean="0"/>
              <a:t>11</a:t>
            </a:fld>
            <a:endParaRPr lang="en-US" dirty="0"/>
          </a:p>
        </p:txBody>
      </p:sp>
    </p:spTree>
    <p:extLst>
      <p:ext uri="{BB962C8B-B14F-4D97-AF65-F5344CB8AC3E}">
        <p14:creationId xmlns:p14="http://schemas.microsoft.com/office/powerpoint/2010/main" val="1916881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942FC2-A162-47B3-989B-571A62414964}" type="slidenum">
              <a:rPr lang="en-US" smtClean="0"/>
              <a:t>12</a:t>
            </a:fld>
            <a:endParaRPr lang="en-US" dirty="0"/>
          </a:p>
        </p:txBody>
      </p:sp>
    </p:spTree>
    <p:extLst>
      <p:ext uri="{BB962C8B-B14F-4D97-AF65-F5344CB8AC3E}">
        <p14:creationId xmlns:p14="http://schemas.microsoft.com/office/powerpoint/2010/main" val="5240911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9798E-90C4-48E6-B39B-37FF65347ABD}"/>
              </a:ext>
            </a:extLst>
          </p:cNvPr>
          <p:cNvSpPr>
            <a:spLocks noGrp="1"/>
          </p:cNvSpPr>
          <p:nvPr>
            <p:ph type="ctrTitle"/>
          </p:nvPr>
        </p:nvSpPr>
        <p:spPr>
          <a:xfrm>
            <a:off x="2197100" y="1079500"/>
            <a:ext cx="7797799" cy="2138400"/>
          </a:xfrm>
        </p:spPr>
        <p:txBody>
          <a:bodyPr anchor="b">
            <a:normAutofit/>
          </a:bodyPr>
          <a:lstStyle>
            <a:lvl1pPr algn="ctr">
              <a:defRPr sz="2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93D95C8C-0A7F-40D9-A690-3D5898EFFE81}"/>
              </a:ext>
            </a:extLst>
          </p:cNvPr>
          <p:cNvSpPr>
            <a:spLocks noGrp="1"/>
          </p:cNvSpPr>
          <p:nvPr>
            <p:ph type="subTitle" idx="1"/>
          </p:nvPr>
        </p:nvSpPr>
        <p:spPr>
          <a:xfrm>
            <a:off x="3308350" y="4113213"/>
            <a:ext cx="5575300" cy="1655762"/>
          </a:xfrm>
        </p:spPr>
        <p:txBody>
          <a:bodyPr/>
          <a:lstStyle>
            <a:lvl1pPr marL="0" indent="0" algn="ctr">
              <a:buNone/>
              <a:defRPr sz="24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3D1322F3-E47A-4D6E-96A8-AB5C73BA9906}"/>
              </a:ext>
            </a:extLst>
          </p:cNvPr>
          <p:cNvSpPr>
            <a:spLocks noGrp="1"/>
          </p:cNvSpPr>
          <p:nvPr>
            <p:ph type="dt" sz="half" idx="10"/>
          </p:nvPr>
        </p:nvSpPr>
        <p:spPr>
          <a:xfrm>
            <a:off x="541338" y="6401999"/>
            <a:ext cx="2206625" cy="369332"/>
          </a:xfrm>
          <a:prstGeom prst="rect">
            <a:avLst/>
          </a:prstGeom>
        </p:spPr>
        <p:txBody>
          <a:bodyPr/>
          <a:lstStyle/>
          <a:p>
            <a:r>
              <a:rPr lang="en-US"/>
              <a:t>20XX</a:t>
            </a:r>
            <a:endParaRPr lang="en-US" dirty="0"/>
          </a:p>
        </p:txBody>
      </p:sp>
      <p:sp>
        <p:nvSpPr>
          <p:cNvPr id="5" name="Footer Placeholder 4">
            <a:extLst>
              <a:ext uri="{FF2B5EF4-FFF2-40B4-BE49-F238E27FC236}">
                <a16:creationId xmlns:a16="http://schemas.microsoft.com/office/drawing/2014/main" id="{737BF5CE-9E66-4FD5-949F-34E11607C6DF}"/>
              </a:ext>
            </a:extLst>
          </p:cNvPr>
          <p:cNvSpPr>
            <a:spLocks noGrp="1"/>
          </p:cNvSpPr>
          <p:nvPr>
            <p:ph type="ftr" sz="quarter" idx="11"/>
          </p:nvPr>
        </p:nvSpPr>
        <p:spPr>
          <a:xfrm>
            <a:off x="3308350" y="6401999"/>
            <a:ext cx="5575300" cy="369332"/>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4EEDAB7A-4032-416A-B04E-1F4878912E02}"/>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pPr/>
              <a:t>‹#›</a:t>
            </a:fld>
            <a:endParaRPr lang="en-US" dirty="0"/>
          </a:p>
        </p:txBody>
      </p:sp>
      <p:cxnSp>
        <p:nvCxnSpPr>
          <p:cNvPr id="7" name="Straight Connector 6">
            <a:extLst>
              <a:ext uri="{FF2B5EF4-FFF2-40B4-BE49-F238E27FC236}">
                <a16:creationId xmlns:a16="http://schemas.microsoft.com/office/drawing/2014/main" id="{701C0CAB-6A03-4C6A-9FAA-219847753628}"/>
              </a:ext>
            </a:extLst>
          </p:cNvPr>
          <p:cNvCxnSpPr>
            <a:cxnSpLocks/>
          </p:cNvCxnSpPr>
          <p:nvPr/>
        </p:nvCxnSpPr>
        <p:spPr>
          <a:xfrm>
            <a:off x="5826000" y="3690871"/>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 name="Group 19">
            <a:extLst>
              <a:ext uri="{FF2B5EF4-FFF2-40B4-BE49-F238E27FC236}">
                <a16:creationId xmlns:a16="http://schemas.microsoft.com/office/drawing/2014/main" id="{F982E0B2-AA9C-441C-A08E-A9DF9CF12116}"/>
              </a:ext>
            </a:extLst>
          </p:cNvPr>
          <p:cNvGrpSpPr/>
          <p:nvPr/>
        </p:nvGrpSpPr>
        <p:grpSpPr>
          <a:xfrm>
            <a:off x="9728046" y="4869342"/>
            <a:ext cx="1623711" cy="630920"/>
            <a:chOff x="9588346" y="4824892"/>
            <a:chExt cx="1623711" cy="630920"/>
          </a:xfrm>
        </p:grpSpPr>
        <p:sp>
          <p:nvSpPr>
            <p:cNvPr id="16" name="Freeform: Shape 15">
              <a:extLst>
                <a:ext uri="{FF2B5EF4-FFF2-40B4-BE49-F238E27FC236}">
                  <a16:creationId xmlns:a16="http://schemas.microsoft.com/office/drawing/2014/main" id="{A4A2E074-C10D-4C57-AB72-B631E4D77102}"/>
                </a:ext>
              </a:extLst>
            </p:cNvPr>
            <p:cNvSpPr/>
            <p:nvPr/>
          </p:nvSpPr>
          <p:spPr>
            <a:xfrm rot="2700000" flipH="1">
              <a:off x="10267789" y="4452443"/>
              <a:ext cx="571820" cy="1316717"/>
            </a:xfrm>
            <a:custGeom>
              <a:avLst/>
              <a:gdLst>
                <a:gd name="connsiteX0" fmla="*/ 282417 w 571820"/>
                <a:gd name="connsiteY0" fmla="*/ 0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17" fmla="*/ 282417 w 571820"/>
                <a:gd name="connsiteY17" fmla="*/ 6349 h 1316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71820" h="1316717">
                  <a:moveTo>
                    <a:pt x="282417" y="0"/>
                  </a:moveTo>
                  <a:lnTo>
                    <a:pt x="285910" y="3175"/>
                  </a:lnTo>
                  <a:lnTo>
                    <a:pt x="287393" y="1827"/>
                  </a:lnTo>
                  <a:lnTo>
                    <a:pt x="289403" y="0"/>
                  </a:lnTo>
                  <a:lnTo>
                    <a:pt x="289403" y="6349"/>
                  </a:lnTo>
                  <a:lnTo>
                    <a:pt x="309203" y="24345"/>
                  </a:lnTo>
                  <a:cubicBezTo>
                    <a:pt x="471461" y="186603"/>
                    <a:pt x="571820" y="410761"/>
                    <a:pt x="571820" y="658359"/>
                  </a:cubicBezTo>
                  <a:cubicBezTo>
                    <a:pt x="571820" y="905956"/>
                    <a:pt x="471461" y="1130114"/>
                    <a:pt x="309203" y="1292372"/>
                  </a:cubicBezTo>
                  <a:lnTo>
                    <a:pt x="289403" y="1310368"/>
                  </a:lnTo>
                  <a:lnTo>
                    <a:pt x="289403" y="1316717"/>
                  </a:lnTo>
                  <a:lnTo>
                    <a:pt x="287393" y="1314890"/>
                  </a:lnTo>
                  <a:lnTo>
                    <a:pt x="285910" y="1313542"/>
                  </a:lnTo>
                  <a:lnTo>
                    <a:pt x="282417" y="1316717"/>
                  </a:lnTo>
                  <a:lnTo>
                    <a:pt x="282417" y="1310367"/>
                  </a:lnTo>
                  <a:lnTo>
                    <a:pt x="262617" y="1292372"/>
                  </a:lnTo>
                  <a:cubicBezTo>
                    <a:pt x="100359" y="1130113"/>
                    <a:pt x="0" y="905956"/>
                    <a:pt x="0" y="658358"/>
                  </a:cubicBezTo>
                  <a:cubicBezTo>
                    <a:pt x="0" y="410761"/>
                    <a:pt x="100359" y="186603"/>
                    <a:pt x="262617" y="24345"/>
                  </a:cubicBezTo>
                  <a:lnTo>
                    <a:pt x="282417" y="6349"/>
                  </a:lnTo>
                  <a:close/>
                </a:path>
              </a:pathLst>
            </a:custGeom>
            <a:solidFill>
              <a:schemeClr val="accent4">
                <a:alpha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oup 16">
              <a:extLst>
                <a:ext uri="{FF2B5EF4-FFF2-40B4-BE49-F238E27FC236}">
                  <a16:creationId xmlns:a16="http://schemas.microsoft.com/office/drawing/2014/main" id="{0B037EB3-1772-4BA8-A95A-E5DBDFEA32B0}"/>
                </a:ext>
              </a:extLst>
            </p:cNvPr>
            <p:cNvGrpSpPr/>
            <p:nvPr/>
          </p:nvGrpSpPr>
          <p:grpSpPr>
            <a:xfrm rot="2700000" flipH="1">
              <a:off x="10112436" y="4359902"/>
              <a:ext cx="571820" cy="1620000"/>
              <a:chOff x="8482785" y="4330454"/>
              <a:chExt cx="571820" cy="1620000"/>
            </a:xfrm>
          </p:grpSpPr>
          <p:sp>
            <p:nvSpPr>
              <p:cNvPr id="18" name="Freeform: Shape 17">
                <a:extLst>
                  <a:ext uri="{FF2B5EF4-FFF2-40B4-BE49-F238E27FC236}">
                    <a16:creationId xmlns:a16="http://schemas.microsoft.com/office/drawing/2014/main" id="{A1F47AC1-63D0-47F3-9728-1A0A0543494B}"/>
                  </a:ext>
                </a:extLst>
              </p:cNvPr>
              <p:cNvSpPr/>
              <p:nvPr/>
            </p:nvSpPr>
            <p:spPr>
              <a:xfrm>
                <a:off x="8482785" y="4333632"/>
                <a:ext cx="571820" cy="1311956"/>
              </a:xfrm>
              <a:custGeom>
                <a:avLst/>
                <a:gdLst>
                  <a:gd name="connsiteX0" fmla="*/ 282417 w 571820"/>
                  <a:gd name="connsiteY0" fmla="*/ 0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17" fmla="*/ 282417 w 571820"/>
                  <a:gd name="connsiteY17" fmla="*/ 6349 h 1316717"/>
                  <a:gd name="connsiteX0" fmla="*/ 282417 w 571820"/>
                  <a:gd name="connsiteY0" fmla="*/ 6349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17" fmla="*/ 282417 w 571820"/>
                  <a:gd name="connsiteY17" fmla="*/ 6349 h 1316717"/>
                  <a:gd name="connsiteX0" fmla="*/ 262617 w 571820"/>
                  <a:gd name="connsiteY0" fmla="*/ 24345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0" fmla="*/ 262617 w 571820"/>
                  <a:gd name="connsiteY0" fmla="*/ 24345 h 1316717"/>
                  <a:gd name="connsiteX1" fmla="*/ 285910 w 571820"/>
                  <a:gd name="connsiteY1" fmla="*/ 3175 h 1316717"/>
                  <a:gd name="connsiteX2" fmla="*/ 287393 w 571820"/>
                  <a:gd name="connsiteY2" fmla="*/ 1827 h 1316717"/>
                  <a:gd name="connsiteX3" fmla="*/ 289403 w 571820"/>
                  <a:gd name="connsiteY3" fmla="*/ 0 h 1316717"/>
                  <a:gd name="connsiteX4" fmla="*/ 309203 w 571820"/>
                  <a:gd name="connsiteY4" fmla="*/ 24345 h 1316717"/>
                  <a:gd name="connsiteX5" fmla="*/ 571820 w 571820"/>
                  <a:gd name="connsiteY5" fmla="*/ 658359 h 1316717"/>
                  <a:gd name="connsiteX6" fmla="*/ 309203 w 571820"/>
                  <a:gd name="connsiteY6" fmla="*/ 1292372 h 1316717"/>
                  <a:gd name="connsiteX7" fmla="*/ 289403 w 571820"/>
                  <a:gd name="connsiteY7" fmla="*/ 1310368 h 1316717"/>
                  <a:gd name="connsiteX8" fmla="*/ 289403 w 571820"/>
                  <a:gd name="connsiteY8" fmla="*/ 1316717 h 1316717"/>
                  <a:gd name="connsiteX9" fmla="*/ 287393 w 571820"/>
                  <a:gd name="connsiteY9" fmla="*/ 1314890 h 1316717"/>
                  <a:gd name="connsiteX10" fmla="*/ 285910 w 571820"/>
                  <a:gd name="connsiteY10" fmla="*/ 1313542 h 1316717"/>
                  <a:gd name="connsiteX11" fmla="*/ 282417 w 571820"/>
                  <a:gd name="connsiteY11" fmla="*/ 1316717 h 1316717"/>
                  <a:gd name="connsiteX12" fmla="*/ 282417 w 571820"/>
                  <a:gd name="connsiteY12" fmla="*/ 1310367 h 1316717"/>
                  <a:gd name="connsiteX13" fmla="*/ 262617 w 571820"/>
                  <a:gd name="connsiteY13" fmla="*/ 1292372 h 1316717"/>
                  <a:gd name="connsiteX14" fmla="*/ 0 w 571820"/>
                  <a:gd name="connsiteY14" fmla="*/ 658358 h 1316717"/>
                  <a:gd name="connsiteX15" fmla="*/ 262617 w 571820"/>
                  <a:gd name="connsiteY15" fmla="*/ 24345 h 1316717"/>
                  <a:gd name="connsiteX0" fmla="*/ 262617 w 571820"/>
                  <a:gd name="connsiteY0" fmla="*/ 22518 h 1314890"/>
                  <a:gd name="connsiteX1" fmla="*/ 285910 w 571820"/>
                  <a:gd name="connsiteY1" fmla="*/ 1348 h 1314890"/>
                  <a:gd name="connsiteX2" fmla="*/ 287393 w 571820"/>
                  <a:gd name="connsiteY2" fmla="*/ 0 h 1314890"/>
                  <a:gd name="connsiteX3" fmla="*/ 309203 w 571820"/>
                  <a:gd name="connsiteY3" fmla="*/ 22518 h 1314890"/>
                  <a:gd name="connsiteX4" fmla="*/ 571820 w 571820"/>
                  <a:gd name="connsiteY4" fmla="*/ 656532 h 1314890"/>
                  <a:gd name="connsiteX5" fmla="*/ 309203 w 571820"/>
                  <a:gd name="connsiteY5" fmla="*/ 1290545 h 1314890"/>
                  <a:gd name="connsiteX6" fmla="*/ 289403 w 571820"/>
                  <a:gd name="connsiteY6" fmla="*/ 1308541 h 1314890"/>
                  <a:gd name="connsiteX7" fmla="*/ 289403 w 571820"/>
                  <a:gd name="connsiteY7" fmla="*/ 1314890 h 1314890"/>
                  <a:gd name="connsiteX8" fmla="*/ 287393 w 571820"/>
                  <a:gd name="connsiteY8" fmla="*/ 1313063 h 1314890"/>
                  <a:gd name="connsiteX9" fmla="*/ 285910 w 571820"/>
                  <a:gd name="connsiteY9" fmla="*/ 1311715 h 1314890"/>
                  <a:gd name="connsiteX10" fmla="*/ 282417 w 571820"/>
                  <a:gd name="connsiteY10" fmla="*/ 1314890 h 1314890"/>
                  <a:gd name="connsiteX11" fmla="*/ 282417 w 571820"/>
                  <a:gd name="connsiteY11" fmla="*/ 1308540 h 1314890"/>
                  <a:gd name="connsiteX12" fmla="*/ 262617 w 571820"/>
                  <a:gd name="connsiteY12" fmla="*/ 1290545 h 1314890"/>
                  <a:gd name="connsiteX13" fmla="*/ 0 w 571820"/>
                  <a:gd name="connsiteY13" fmla="*/ 656531 h 1314890"/>
                  <a:gd name="connsiteX14" fmla="*/ 262617 w 571820"/>
                  <a:gd name="connsiteY14" fmla="*/ 22518 h 1314890"/>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85910 w 571820"/>
                  <a:gd name="connsiteY8" fmla="*/ 1310367 h 1313542"/>
                  <a:gd name="connsiteX9" fmla="*/ 282417 w 571820"/>
                  <a:gd name="connsiteY9" fmla="*/ 1313542 h 1313542"/>
                  <a:gd name="connsiteX10" fmla="*/ 282417 w 571820"/>
                  <a:gd name="connsiteY10" fmla="*/ 1307192 h 1313542"/>
                  <a:gd name="connsiteX11" fmla="*/ 262617 w 571820"/>
                  <a:gd name="connsiteY11" fmla="*/ 1289197 h 1313542"/>
                  <a:gd name="connsiteX12" fmla="*/ 0 w 571820"/>
                  <a:gd name="connsiteY12" fmla="*/ 655183 h 1313542"/>
                  <a:gd name="connsiteX13" fmla="*/ 262617 w 571820"/>
                  <a:gd name="connsiteY13"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85910 w 571820"/>
                  <a:gd name="connsiteY8" fmla="*/ 1310367 h 1313542"/>
                  <a:gd name="connsiteX9" fmla="*/ 282417 w 571820"/>
                  <a:gd name="connsiteY9" fmla="*/ 1313542 h 1313542"/>
                  <a:gd name="connsiteX10" fmla="*/ 262617 w 571820"/>
                  <a:gd name="connsiteY10" fmla="*/ 1289197 h 1313542"/>
                  <a:gd name="connsiteX11" fmla="*/ 0 w 571820"/>
                  <a:gd name="connsiteY11" fmla="*/ 655183 h 1313542"/>
                  <a:gd name="connsiteX12" fmla="*/ 262617 w 571820"/>
                  <a:gd name="connsiteY12"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85910 w 571820"/>
                  <a:gd name="connsiteY8" fmla="*/ 1310367 h 1313542"/>
                  <a:gd name="connsiteX9" fmla="*/ 262617 w 571820"/>
                  <a:gd name="connsiteY9" fmla="*/ 1289197 h 1313542"/>
                  <a:gd name="connsiteX10" fmla="*/ 0 w 571820"/>
                  <a:gd name="connsiteY10" fmla="*/ 655183 h 1313542"/>
                  <a:gd name="connsiteX11" fmla="*/ 262617 w 571820"/>
                  <a:gd name="connsiteY11"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62617 w 571820"/>
                  <a:gd name="connsiteY8" fmla="*/ 1289197 h 1313542"/>
                  <a:gd name="connsiteX9" fmla="*/ 0 w 571820"/>
                  <a:gd name="connsiteY9" fmla="*/ 655183 h 1313542"/>
                  <a:gd name="connsiteX10" fmla="*/ 262617 w 571820"/>
                  <a:gd name="connsiteY10"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62617 w 571820"/>
                  <a:gd name="connsiteY7" fmla="*/ 1289197 h 1313542"/>
                  <a:gd name="connsiteX8" fmla="*/ 0 w 571820"/>
                  <a:gd name="connsiteY8" fmla="*/ 655183 h 1313542"/>
                  <a:gd name="connsiteX9" fmla="*/ 262617 w 571820"/>
                  <a:gd name="connsiteY9" fmla="*/ 21170 h 1313542"/>
                  <a:gd name="connsiteX0" fmla="*/ 262617 w 571820"/>
                  <a:gd name="connsiteY0" fmla="*/ 21170 h 1364739"/>
                  <a:gd name="connsiteX1" fmla="*/ 285910 w 571820"/>
                  <a:gd name="connsiteY1" fmla="*/ 0 h 1364739"/>
                  <a:gd name="connsiteX2" fmla="*/ 309203 w 571820"/>
                  <a:gd name="connsiteY2" fmla="*/ 21170 h 1364739"/>
                  <a:gd name="connsiteX3" fmla="*/ 571820 w 571820"/>
                  <a:gd name="connsiteY3" fmla="*/ 655184 h 1364739"/>
                  <a:gd name="connsiteX4" fmla="*/ 309203 w 571820"/>
                  <a:gd name="connsiteY4" fmla="*/ 1289197 h 1364739"/>
                  <a:gd name="connsiteX5" fmla="*/ 289403 w 571820"/>
                  <a:gd name="connsiteY5" fmla="*/ 1307193 h 1364739"/>
                  <a:gd name="connsiteX6" fmla="*/ 177485 w 571820"/>
                  <a:gd name="connsiteY6" fmla="*/ 1364739 h 1364739"/>
                  <a:gd name="connsiteX7" fmla="*/ 262617 w 571820"/>
                  <a:gd name="connsiteY7" fmla="*/ 1289197 h 1364739"/>
                  <a:gd name="connsiteX8" fmla="*/ 0 w 571820"/>
                  <a:gd name="connsiteY8" fmla="*/ 655183 h 1364739"/>
                  <a:gd name="connsiteX9" fmla="*/ 262617 w 571820"/>
                  <a:gd name="connsiteY9" fmla="*/ 21170 h 1364739"/>
                  <a:gd name="connsiteX0" fmla="*/ 262617 w 571820"/>
                  <a:gd name="connsiteY0" fmla="*/ 21170 h 1364739"/>
                  <a:gd name="connsiteX1" fmla="*/ 285910 w 571820"/>
                  <a:gd name="connsiteY1" fmla="*/ 0 h 1364739"/>
                  <a:gd name="connsiteX2" fmla="*/ 309203 w 571820"/>
                  <a:gd name="connsiteY2" fmla="*/ 21170 h 1364739"/>
                  <a:gd name="connsiteX3" fmla="*/ 571820 w 571820"/>
                  <a:gd name="connsiteY3" fmla="*/ 655184 h 1364739"/>
                  <a:gd name="connsiteX4" fmla="*/ 309203 w 571820"/>
                  <a:gd name="connsiteY4" fmla="*/ 1289197 h 1364739"/>
                  <a:gd name="connsiteX5" fmla="*/ 285832 w 571820"/>
                  <a:gd name="connsiteY5" fmla="*/ 1311956 h 1364739"/>
                  <a:gd name="connsiteX6" fmla="*/ 177485 w 571820"/>
                  <a:gd name="connsiteY6" fmla="*/ 1364739 h 1364739"/>
                  <a:gd name="connsiteX7" fmla="*/ 262617 w 571820"/>
                  <a:gd name="connsiteY7" fmla="*/ 1289197 h 1364739"/>
                  <a:gd name="connsiteX8" fmla="*/ 0 w 571820"/>
                  <a:gd name="connsiteY8" fmla="*/ 655183 h 1364739"/>
                  <a:gd name="connsiteX9" fmla="*/ 262617 w 571820"/>
                  <a:gd name="connsiteY9" fmla="*/ 21170 h 1364739"/>
                  <a:gd name="connsiteX0" fmla="*/ 262617 w 571820"/>
                  <a:gd name="connsiteY0" fmla="*/ 21170 h 1311956"/>
                  <a:gd name="connsiteX1" fmla="*/ 285910 w 571820"/>
                  <a:gd name="connsiteY1" fmla="*/ 0 h 1311956"/>
                  <a:gd name="connsiteX2" fmla="*/ 309203 w 571820"/>
                  <a:gd name="connsiteY2" fmla="*/ 21170 h 1311956"/>
                  <a:gd name="connsiteX3" fmla="*/ 571820 w 571820"/>
                  <a:gd name="connsiteY3" fmla="*/ 655184 h 1311956"/>
                  <a:gd name="connsiteX4" fmla="*/ 309203 w 571820"/>
                  <a:gd name="connsiteY4" fmla="*/ 1289197 h 1311956"/>
                  <a:gd name="connsiteX5" fmla="*/ 285832 w 571820"/>
                  <a:gd name="connsiteY5" fmla="*/ 1311956 h 1311956"/>
                  <a:gd name="connsiteX6" fmla="*/ 262617 w 571820"/>
                  <a:gd name="connsiteY6" fmla="*/ 1289197 h 1311956"/>
                  <a:gd name="connsiteX7" fmla="*/ 0 w 571820"/>
                  <a:gd name="connsiteY7" fmla="*/ 655183 h 1311956"/>
                  <a:gd name="connsiteX8" fmla="*/ 262617 w 571820"/>
                  <a:gd name="connsiteY8" fmla="*/ 21170 h 1311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1820" h="1311956">
                    <a:moveTo>
                      <a:pt x="262617" y="21170"/>
                    </a:moveTo>
                    <a:lnTo>
                      <a:pt x="285910" y="0"/>
                    </a:lnTo>
                    <a:lnTo>
                      <a:pt x="309203" y="21170"/>
                    </a:lnTo>
                    <a:cubicBezTo>
                      <a:pt x="471461" y="183428"/>
                      <a:pt x="571820" y="407586"/>
                      <a:pt x="571820" y="655184"/>
                    </a:cubicBezTo>
                    <a:cubicBezTo>
                      <a:pt x="571820" y="902781"/>
                      <a:pt x="471461" y="1126939"/>
                      <a:pt x="309203" y="1289197"/>
                    </a:cubicBezTo>
                    <a:lnTo>
                      <a:pt x="285832" y="1311956"/>
                    </a:lnTo>
                    <a:lnTo>
                      <a:pt x="262617" y="1289197"/>
                    </a:lnTo>
                    <a:cubicBezTo>
                      <a:pt x="100359" y="1126938"/>
                      <a:pt x="0" y="902781"/>
                      <a:pt x="0" y="655183"/>
                    </a:cubicBezTo>
                    <a:cubicBezTo>
                      <a:pt x="0" y="407586"/>
                      <a:pt x="100359" y="183428"/>
                      <a:pt x="262617" y="21170"/>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9" name="Straight Connector 18">
                <a:extLst>
                  <a:ext uri="{FF2B5EF4-FFF2-40B4-BE49-F238E27FC236}">
                    <a16:creationId xmlns:a16="http://schemas.microsoft.com/office/drawing/2014/main" id="{803A57D6-0C36-4560-A08A-16768551EF6F}"/>
                  </a:ext>
                </a:extLst>
              </p:cNvPr>
              <p:cNvCxnSpPr>
                <a:cxnSpLocks/>
              </p:cNvCxnSpPr>
              <p:nvPr/>
            </p:nvCxnSpPr>
            <p:spPr>
              <a:xfrm>
                <a:off x="8768695" y="4330454"/>
                <a:ext cx="0" cy="162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3369054263"/>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A217A-A229-4751-8D09-0CAD914F628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A9DEA33-60C3-4B28-B3EF-E93D6D46A30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7D3B28-C66B-4279-AB67-2BC1D01239A4}"/>
              </a:ext>
            </a:extLst>
          </p:cNvPr>
          <p:cNvSpPr>
            <a:spLocks noGrp="1"/>
          </p:cNvSpPr>
          <p:nvPr>
            <p:ph type="dt" sz="half" idx="10"/>
          </p:nvPr>
        </p:nvSpPr>
        <p:spPr>
          <a:xfrm>
            <a:off x="541338" y="6401999"/>
            <a:ext cx="2206625" cy="369332"/>
          </a:xfrm>
          <a:prstGeom prst="rect">
            <a:avLst/>
          </a:prstGeom>
        </p:spPr>
        <p:txBody>
          <a:bodyPr/>
          <a:lstStyle/>
          <a:p>
            <a:r>
              <a:rPr lang="en-US"/>
              <a:t>20XX</a:t>
            </a:r>
            <a:endParaRPr lang="en-US" dirty="0"/>
          </a:p>
        </p:txBody>
      </p:sp>
      <p:sp>
        <p:nvSpPr>
          <p:cNvPr id="5" name="Footer Placeholder 4">
            <a:extLst>
              <a:ext uri="{FF2B5EF4-FFF2-40B4-BE49-F238E27FC236}">
                <a16:creationId xmlns:a16="http://schemas.microsoft.com/office/drawing/2014/main" id="{8928FF39-A0DA-4F77-9297-B83C86B575D9}"/>
              </a:ext>
            </a:extLst>
          </p:cNvPr>
          <p:cNvSpPr>
            <a:spLocks noGrp="1"/>
          </p:cNvSpPr>
          <p:nvPr>
            <p:ph type="ftr" sz="quarter" idx="11"/>
          </p:nvPr>
        </p:nvSpPr>
        <p:spPr>
          <a:xfrm>
            <a:off x="3308350" y="6401999"/>
            <a:ext cx="5575300" cy="369332"/>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69D7D65A-9D4E-42F6-A8BF-1EEAFB180710}"/>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pPr/>
              <a:t>‹#›</a:t>
            </a:fld>
            <a:endParaRPr lang="en-US" dirty="0"/>
          </a:p>
        </p:txBody>
      </p:sp>
    </p:spTree>
    <p:extLst>
      <p:ext uri="{BB962C8B-B14F-4D97-AF65-F5344CB8AC3E}">
        <p14:creationId xmlns:p14="http://schemas.microsoft.com/office/powerpoint/2010/main" val="7202182"/>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017BB-B242-4CC6-887C-83E08CE2D54A}"/>
              </a:ext>
            </a:extLst>
          </p:cNvPr>
          <p:cNvSpPr>
            <a:spLocks noGrp="1"/>
          </p:cNvSpPr>
          <p:nvPr>
            <p:ph type="title"/>
          </p:nvPr>
        </p:nvSpPr>
        <p:spPr>
          <a:xfrm>
            <a:off x="1079500" y="2252663"/>
            <a:ext cx="4457700" cy="2349500"/>
          </a:xfrm>
        </p:spPr>
        <p:txBody>
          <a:bodyPr anchor="ctr" anchorCtr="0">
            <a:normAutofit/>
          </a:bodyPr>
          <a:lstStyle>
            <a:lvl1pPr algn="ctr">
              <a:defRPr sz="2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6695823-EA83-493F-8FEC-C72B5B9CF2FD}"/>
              </a:ext>
            </a:extLst>
          </p:cNvPr>
          <p:cNvSpPr>
            <a:spLocks noGrp="1"/>
          </p:cNvSpPr>
          <p:nvPr>
            <p:ph type="body" idx="1"/>
          </p:nvPr>
        </p:nvSpPr>
        <p:spPr>
          <a:xfrm>
            <a:off x="6654800" y="2252664"/>
            <a:ext cx="4451348" cy="2349500"/>
          </a:xfrm>
        </p:spPr>
        <p:txBody>
          <a:bodyPr anchor="ctr" anchorCtr="0"/>
          <a:lstStyle>
            <a:lvl1pPr marL="0" indent="0">
              <a:buNone/>
              <a:defRPr sz="2400" i="1">
                <a:solidFill>
                  <a:schemeClr val="tx1">
                    <a:alpha val="7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1E08E54-36BB-4AB4-BE1F-5FA8207BEAF8}"/>
              </a:ext>
            </a:extLst>
          </p:cNvPr>
          <p:cNvSpPr>
            <a:spLocks noGrp="1"/>
          </p:cNvSpPr>
          <p:nvPr>
            <p:ph type="dt" sz="half" idx="10"/>
          </p:nvPr>
        </p:nvSpPr>
        <p:spPr>
          <a:xfrm>
            <a:off x="541338" y="6401999"/>
            <a:ext cx="2206625" cy="369332"/>
          </a:xfrm>
          <a:prstGeom prst="rect">
            <a:avLst/>
          </a:prstGeom>
        </p:spPr>
        <p:txBody>
          <a:bodyPr/>
          <a:lstStyle/>
          <a:p>
            <a:r>
              <a:rPr lang="en-US"/>
              <a:t>20XX</a:t>
            </a:r>
            <a:endParaRPr lang="en-US" dirty="0"/>
          </a:p>
        </p:txBody>
      </p:sp>
      <p:sp>
        <p:nvSpPr>
          <p:cNvPr id="5" name="Footer Placeholder 4">
            <a:extLst>
              <a:ext uri="{FF2B5EF4-FFF2-40B4-BE49-F238E27FC236}">
                <a16:creationId xmlns:a16="http://schemas.microsoft.com/office/drawing/2014/main" id="{C0453A6A-C55A-40A1-A3BB-DB417047F547}"/>
              </a:ext>
            </a:extLst>
          </p:cNvPr>
          <p:cNvSpPr>
            <a:spLocks noGrp="1"/>
          </p:cNvSpPr>
          <p:nvPr>
            <p:ph type="ftr" sz="quarter" idx="11"/>
          </p:nvPr>
        </p:nvSpPr>
        <p:spPr>
          <a:xfrm>
            <a:off x="3308350" y="6401999"/>
            <a:ext cx="5575300" cy="369332"/>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96D6E656-7AC0-4BD3-AFE5-4B5122E2F2D8}"/>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pPr/>
              <a:t>‹#›</a:t>
            </a:fld>
            <a:endParaRPr lang="en-US" dirty="0"/>
          </a:p>
        </p:txBody>
      </p:sp>
      <p:grpSp>
        <p:nvGrpSpPr>
          <p:cNvPr id="20" name="Group 19">
            <a:extLst>
              <a:ext uri="{FF2B5EF4-FFF2-40B4-BE49-F238E27FC236}">
                <a16:creationId xmlns:a16="http://schemas.microsoft.com/office/drawing/2014/main" id="{E9ABE19D-0B51-4388-93D1-0CD6B767115D}"/>
              </a:ext>
            </a:extLst>
          </p:cNvPr>
          <p:cNvGrpSpPr/>
          <p:nvPr/>
        </p:nvGrpSpPr>
        <p:grpSpPr>
          <a:xfrm>
            <a:off x="999771" y="932104"/>
            <a:ext cx="913428" cy="1032464"/>
            <a:chOff x="999771" y="932104"/>
            <a:chExt cx="913428" cy="1032464"/>
          </a:xfrm>
        </p:grpSpPr>
        <p:grpSp>
          <p:nvGrpSpPr>
            <p:cNvPr id="21" name="Group 20">
              <a:extLst>
                <a:ext uri="{FF2B5EF4-FFF2-40B4-BE49-F238E27FC236}">
                  <a16:creationId xmlns:a16="http://schemas.microsoft.com/office/drawing/2014/main" id="{46226ED6-7133-4222-9552-0EA4B1B3C9FB}"/>
                </a:ext>
              </a:extLst>
            </p:cNvPr>
            <p:cNvGrpSpPr/>
            <p:nvPr/>
          </p:nvGrpSpPr>
          <p:grpSpPr>
            <a:xfrm rot="8100000" flipV="1">
              <a:off x="1047457" y="1290386"/>
              <a:ext cx="865742" cy="628383"/>
              <a:chOff x="558167" y="958515"/>
              <a:chExt cx="865742" cy="628383"/>
            </a:xfrm>
            <a:solidFill>
              <a:schemeClr val="accent3"/>
            </a:solidFill>
          </p:grpSpPr>
          <p:sp>
            <p:nvSpPr>
              <p:cNvPr id="28" name="Freeform: Shape 27">
                <a:extLst>
                  <a:ext uri="{FF2B5EF4-FFF2-40B4-BE49-F238E27FC236}">
                    <a16:creationId xmlns:a16="http://schemas.microsoft.com/office/drawing/2014/main" id="{BE810E40-D42F-4034-93BA-54446465D20B}"/>
                  </a:ext>
                </a:extLst>
              </p:cNvPr>
              <p:cNvSpPr/>
              <p:nvPr/>
            </p:nvSpPr>
            <p:spPr>
              <a:xfrm rot="8100000" flipH="1">
                <a:off x="558167" y="1122160"/>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9" name="Freeform: Shape 28">
                <a:extLst>
                  <a:ext uri="{FF2B5EF4-FFF2-40B4-BE49-F238E27FC236}">
                    <a16:creationId xmlns:a16="http://schemas.microsoft.com/office/drawing/2014/main" id="{60F6BFC2-CA89-42B8-8A5A-E9F26BA87FBB}"/>
                  </a:ext>
                </a:extLst>
              </p:cNvPr>
              <p:cNvSpPr/>
              <p:nvPr/>
            </p:nvSpPr>
            <p:spPr>
              <a:xfrm rot="5400000" flipH="1">
                <a:off x="959170" y="95851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22" name="Group 21">
              <a:extLst>
                <a:ext uri="{FF2B5EF4-FFF2-40B4-BE49-F238E27FC236}">
                  <a16:creationId xmlns:a16="http://schemas.microsoft.com/office/drawing/2014/main" id="{1CA36485-DC1D-48C9-91B2-425DBC66D471}"/>
                </a:ext>
              </a:extLst>
            </p:cNvPr>
            <p:cNvGrpSpPr/>
            <p:nvPr/>
          </p:nvGrpSpPr>
          <p:grpSpPr>
            <a:xfrm rot="10800000" flipH="1" flipV="1">
              <a:off x="999771" y="932104"/>
              <a:ext cx="864005" cy="1032464"/>
              <a:chOff x="2207971" y="2384401"/>
              <a:chExt cx="864005" cy="1032464"/>
            </a:xfrm>
          </p:grpSpPr>
          <p:sp>
            <p:nvSpPr>
              <p:cNvPr id="23" name="Freeform: Shape 22">
                <a:extLst>
                  <a:ext uri="{FF2B5EF4-FFF2-40B4-BE49-F238E27FC236}">
                    <a16:creationId xmlns:a16="http://schemas.microsoft.com/office/drawing/2014/main" id="{0ACF276E-196C-4923-B7D1-48A8E6A1669C}"/>
                  </a:ext>
                </a:extLst>
              </p:cNvPr>
              <p:cNvSpPr/>
              <p:nvPr/>
            </p:nvSpPr>
            <p:spPr>
              <a:xfrm rot="13500000">
                <a:off x="2207971" y="285630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4" name="Freeform: Shape 23">
                <a:extLst>
                  <a:ext uri="{FF2B5EF4-FFF2-40B4-BE49-F238E27FC236}">
                    <a16:creationId xmlns:a16="http://schemas.microsoft.com/office/drawing/2014/main" id="{FFE3686C-DFF6-4995-81B8-FA38F5BB0401}"/>
                  </a:ext>
                </a:extLst>
              </p:cNvPr>
              <p:cNvSpPr/>
              <p:nvPr/>
            </p:nvSpPr>
            <p:spPr>
              <a:xfrm rot="10800000">
                <a:off x="2607238" y="2688467"/>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25" name="Group 24">
                <a:extLst>
                  <a:ext uri="{FF2B5EF4-FFF2-40B4-BE49-F238E27FC236}">
                    <a16:creationId xmlns:a16="http://schemas.microsoft.com/office/drawing/2014/main" id="{9DCBF653-CCB9-47B2-9DD9-68847A45D82D}"/>
                  </a:ext>
                </a:extLst>
              </p:cNvPr>
              <p:cNvGrpSpPr/>
              <p:nvPr/>
            </p:nvGrpSpPr>
            <p:grpSpPr>
              <a:xfrm>
                <a:off x="2440769" y="2384401"/>
                <a:ext cx="313009" cy="1032464"/>
                <a:chOff x="2440769" y="2384401"/>
                <a:chExt cx="313009" cy="1032464"/>
              </a:xfrm>
            </p:grpSpPr>
            <p:cxnSp>
              <p:nvCxnSpPr>
                <p:cNvPr id="26" name="Straight Connector 25">
                  <a:extLst>
                    <a:ext uri="{FF2B5EF4-FFF2-40B4-BE49-F238E27FC236}">
                      <a16:creationId xmlns:a16="http://schemas.microsoft.com/office/drawing/2014/main" id="{7F081A1F-C7C9-4907-AAED-B4E9B64973FB}"/>
                    </a:ext>
                  </a:extLst>
                </p:cNvPr>
                <p:cNvCxnSpPr>
                  <a:cxnSpLocks/>
                </p:cNvCxnSpPr>
                <p:nvPr/>
              </p:nvCxnSpPr>
              <p:spPr>
                <a:xfrm rot="10800000" flipH="1">
                  <a:off x="2440769" y="2516865"/>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34F8F89A-0719-4D9A-8379-9EEBD7201052}"/>
                    </a:ext>
                  </a:extLst>
                </p:cNvPr>
                <p:cNvCxnSpPr>
                  <a:cxnSpLocks/>
                </p:cNvCxnSpPr>
                <p:nvPr/>
              </p:nvCxnSpPr>
              <p:spPr>
                <a:xfrm rot="8100000" flipH="1">
                  <a:off x="2753778" y="2384401"/>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30" name="Group 29">
            <a:extLst>
              <a:ext uri="{FF2B5EF4-FFF2-40B4-BE49-F238E27FC236}">
                <a16:creationId xmlns:a16="http://schemas.microsoft.com/office/drawing/2014/main" id="{E7AA5779-FF0F-4ACF-A56C-710A4CDEC8A3}"/>
              </a:ext>
            </a:extLst>
          </p:cNvPr>
          <p:cNvGrpSpPr/>
          <p:nvPr/>
        </p:nvGrpSpPr>
        <p:grpSpPr>
          <a:xfrm>
            <a:off x="1437136" y="649304"/>
            <a:ext cx="388541" cy="388541"/>
            <a:chOff x="5752675" y="5440856"/>
            <a:chExt cx="388541" cy="388541"/>
          </a:xfrm>
        </p:grpSpPr>
        <p:sp>
          <p:nvSpPr>
            <p:cNvPr id="31" name="Oval 30">
              <a:extLst>
                <a:ext uri="{FF2B5EF4-FFF2-40B4-BE49-F238E27FC236}">
                  <a16:creationId xmlns:a16="http://schemas.microsoft.com/office/drawing/2014/main" id="{5F0ADB13-4626-4F84-B513-0B58E65C248E}"/>
                </a:ext>
              </a:extLst>
            </p:cNvPr>
            <p:cNvSpPr/>
            <p:nvPr/>
          </p:nvSpPr>
          <p:spPr>
            <a:xfrm rot="10800000">
              <a:off x="5800801" y="5488982"/>
              <a:ext cx="340415" cy="340415"/>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2" name="Oval 31">
              <a:extLst>
                <a:ext uri="{FF2B5EF4-FFF2-40B4-BE49-F238E27FC236}">
                  <a16:creationId xmlns:a16="http://schemas.microsoft.com/office/drawing/2014/main" id="{AF46BC46-AD78-4932-95BA-D3009154CA7A}"/>
                </a:ext>
              </a:extLst>
            </p:cNvPr>
            <p:cNvSpPr/>
            <p:nvPr/>
          </p:nvSpPr>
          <p:spPr>
            <a:xfrm>
              <a:off x="5752675" y="5440856"/>
              <a:ext cx="340415" cy="34041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cxnSp>
        <p:nvCxnSpPr>
          <p:cNvPr id="33" name="Straight Connector 32">
            <a:extLst>
              <a:ext uri="{FF2B5EF4-FFF2-40B4-BE49-F238E27FC236}">
                <a16:creationId xmlns:a16="http://schemas.microsoft.com/office/drawing/2014/main" id="{D38118F0-6EA8-4901-9161-9101C6DDD97E}"/>
              </a:ext>
            </a:extLst>
          </p:cNvPr>
          <p:cNvCxnSpPr>
            <a:cxnSpLocks/>
          </p:cNvCxnSpPr>
          <p:nvPr/>
        </p:nvCxnSpPr>
        <p:spPr>
          <a:xfrm rot="16200000" flipH="1">
            <a:off x="5826000" y="3429001"/>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9855270"/>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D013D-A80D-4455-B886-0C3448294C02}"/>
              </a:ext>
            </a:extLst>
          </p:cNvPr>
          <p:cNvSpPr>
            <a:spLocks noGrp="1"/>
          </p:cNvSpPr>
          <p:nvPr>
            <p:ph type="title"/>
          </p:nvPr>
        </p:nvSpPr>
        <p:spPr/>
        <p:txBody>
          <a:bodyPr/>
          <a:lstStyle>
            <a:lvl1pPr algn="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A99D3AB-20B9-4D90-8106-506F443682C8}"/>
              </a:ext>
            </a:extLst>
          </p:cNvPr>
          <p:cNvSpPr>
            <a:spLocks noGrp="1"/>
          </p:cNvSpPr>
          <p:nvPr>
            <p:ph sz="half" idx="1"/>
          </p:nvPr>
        </p:nvSpPr>
        <p:spPr>
          <a:xfrm>
            <a:off x="1085850" y="1790700"/>
            <a:ext cx="4740150" cy="3978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85F9DF39-257F-4C10-A7B4-1AA1C66F28E9}"/>
              </a:ext>
            </a:extLst>
          </p:cNvPr>
          <p:cNvSpPr>
            <a:spLocks noGrp="1"/>
          </p:cNvSpPr>
          <p:nvPr>
            <p:ph sz="half" idx="2"/>
          </p:nvPr>
        </p:nvSpPr>
        <p:spPr>
          <a:xfrm>
            <a:off x="6366000" y="1790700"/>
            <a:ext cx="4740150" cy="3978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E0E57E5E-B324-4633-AB65-4A53498B9FAD}"/>
              </a:ext>
            </a:extLst>
          </p:cNvPr>
          <p:cNvSpPr>
            <a:spLocks noGrp="1"/>
          </p:cNvSpPr>
          <p:nvPr>
            <p:ph type="dt" sz="half" idx="10"/>
          </p:nvPr>
        </p:nvSpPr>
        <p:spPr>
          <a:xfrm>
            <a:off x="541338" y="6401999"/>
            <a:ext cx="2206625" cy="369332"/>
          </a:xfrm>
          <a:prstGeom prst="rect">
            <a:avLst/>
          </a:prstGeom>
        </p:spPr>
        <p:txBody>
          <a:bodyPr/>
          <a:lstStyle/>
          <a:p>
            <a:r>
              <a:rPr lang="en-US"/>
              <a:t>20XX</a:t>
            </a:r>
            <a:endParaRPr lang="en-US" dirty="0"/>
          </a:p>
        </p:txBody>
      </p:sp>
      <p:sp>
        <p:nvSpPr>
          <p:cNvPr id="6" name="Footer Placeholder 5">
            <a:extLst>
              <a:ext uri="{FF2B5EF4-FFF2-40B4-BE49-F238E27FC236}">
                <a16:creationId xmlns:a16="http://schemas.microsoft.com/office/drawing/2014/main" id="{5B42A16D-8423-4C91-B839-F95380250FA3}"/>
              </a:ext>
            </a:extLst>
          </p:cNvPr>
          <p:cNvSpPr>
            <a:spLocks noGrp="1"/>
          </p:cNvSpPr>
          <p:nvPr>
            <p:ph type="ftr" sz="quarter" idx="11"/>
          </p:nvPr>
        </p:nvSpPr>
        <p:spPr>
          <a:xfrm>
            <a:off x="3308350" y="6401999"/>
            <a:ext cx="5575300" cy="369332"/>
          </a:xfrm>
          <a:prstGeom prst="rect">
            <a:avLst/>
          </a:prstGeom>
        </p:spPr>
        <p:txBody>
          <a:bodyPr/>
          <a:lstStyle/>
          <a:p>
            <a:endParaRPr lang="en-US" dirty="0"/>
          </a:p>
        </p:txBody>
      </p:sp>
      <p:sp>
        <p:nvSpPr>
          <p:cNvPr id="7" name="Slide Number Placeholder 6">
            <a:extLst>
              <a:ext uri="{FF2B5EF4-FFF2-40B4-BE49-F238E27FC236}">
                <a16:creationId xmlns:a16="http://schemas.microsoft.com/office/drawing/2014/main" id="{063AD46B-C875-4F91-8991-4A4E5D768D92}"/>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pPr/>
              <a:t>‹#›</a:t>
            </a:fld>
            <a:endParaRPr lang="en-US" dirty="0"/>
          </a:p>
        </p:txBody>
      </p:sp>
    </p:spTree>
    <p:extLst>
      <p:ext uri="{BB962C8B-B14F-4D97-AF65-F5344CB8AC3E}">
        <p14:creationId xmlns:p14="http://schemas.microsoft.com/office/powerpoint/2010/main" val="2584534952"/>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170C3-74D3-4445-A879-4F7CF42ED29A}"/>
              </a:ext>
            </a:extLst>
          </p:cNvPr>
          <p:cNvSpPr>
            <a:spLocks noGrp="1"/>
          </p:cNvSpPr>
          <p:nvPr>
            <p:ph type="title"/>
          </p:nvPr>
        </p:nvSpPr>
        <p:spPr>
          <a:xfrm>
            <a:off x="1079500" y="1011238"/>
            <a:ext cx="10026650" cy="655637"/>
          </a:xfrm>
        </p:spPr>
        <p:txBody>
          <a:bodyPr>
            <a:normAutofit/>
          </a:bodyPr>
          <a:lstStyle>
            <a:lvl1pPr algn="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2B64494-3C1C-49FE-ADB2-6F41CEEA82EF}"/>
              </a:ext>
            </a:extLst>
          </p:cNvPr>
          <p:cNvSpPr>
            <a:spLocks noGrp="1"/>
          </p:cNvSpPr>
          <p:nvPr>
            <p:ph type="body" idx="1"/>
          </p:nvPr>
        </p:nvSpPr>
        <p:spPr>
          <a:xfrm>
            <a:off x="1079500" y="1854200"/>
            <a:ext cx="4741200" cy="553998"/>
          </a:xfrm>
        </p:spPr>
        <p:txBody>
          <a:bodyPr anchor="t" anchorCtr="0">
            <a:normAutofit/>
          </a:bodyPr>
          <a:lstStyle>
            <a:lvl1pPr marL="0" indent="0">
              <a:lnSpc>
                <a:spcPct val="100000"/>
              </a:lnSpc>
              <a:buNone/>
              <a:defRPr sz="1800" b="0" cap="all" spc="300" baseline="0">
                <a:solidFill>
                  <a:schemeClr val="tx1">
                    <a:alpha val="8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8EE19A6-8340-43A4-9B30-A27DEB9E2BF1}"/>
              </a:ext>
            </a:extLst>
          </p:cNvPr>
          <p:cNvSpPr>
            <a:spLocks noGrp="1"/>
          </p:cNvSpPr>
          <p:nvPr>
            <p:ph sz="half" idx="2"/>
          </p:nvPr>
        </p:nvSpPr>
        <p:spPr>
          <a:xfrm>
            <a:off x="1079500" y="2525561"/>
            <a:ext cx="4741200" cy="32434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7B9D4B31-0090-483A-BF84-CEA2B22D51D5}"/>
              </a:ext>
            </a:extLst>
          </p:cNvPr>
          <p:cNvSpPr>
            <a:spLocks noGrp="1"/>
          </p:cNvSpPr>
          <p:nvPr>
            <p:ph type="body" sz="quarter" idx="3"/>
          </p:nvPr>
        </p:nvSpPr>
        <p:spPr>
          <a:xfrm>
            <a:off x="6364950" y="1854200"/>
            <a:ext cx="4741200" cy="553998"/>
          </a:xfrm>
        </p:spPr>
        <p:txBody>
          <a:bodyPr anchor="t" anchorCtr="0">
            <a:normAutofit/>
          </a:bodyPr>
          <a:lstStyle>
            <a:lvl1pPr marL="0" indent="0">
              <a:lnSpc>
                <a:spcPct val="100000"/>
              </a:lnSpc>
              <a:buNone/>
              <a:defRPr sz="1800" b="0" cap="all" spc="300" baseline="0">
                <a:solidFill>
                  <a:schemeClr val="tx1">
                    <a:alpha val="8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08DB9E9-0BD8-4F85-9342-5C5BA0D35CEA}"/>
              </a:ext>
            </a:extLst>
          </p:cNvPr>
          <p:cNvSpPr>
            <a:spLocks noGrp="1"/>
          </p:cNvSpPr>
          <p:nvPr>
            <p:ph sz="quarter" idx="4"/>
          </p:nvPr>
        </p:nvSpPr>
        <p:spPr>
          <a:xfrm>
            <a:off x="6364950" y="2525560"/>
            <a:ext cx="4741200" cy="32434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52AE3D3E-6168-45C3-BAB4-04FFFB983541}"/>
              </a:ext>
            </a:extLst>
          </p:cNvPr>
          <p:cNvSpPr>
            <a:spLocks noGrp="1"/>
          </p:cNvSpPr>
          <p:nvPr>
            <p:ph type="dt" sz="half" idx="10"/>
          </p:nvPr>
        </p:nvSpPr>
        <p:spPr>
          <a:xfrm>
            <a:off x="541338" y="6401999"/>
            <a:ext cx="2206625" cy="369332"/>
          </a:xfrm>
          <a:prstGeom prst="rect">
            <a:avLst/>
          </a:prstGeom>
        </p:spPr>
        <p:txBody>
          <a:bodyPr/>
          <a:lstStyle/>
          <a:p>
            <a:r>
              <a:rPr lang="en-US"/>
              <a:t>20XX</a:t>
            </a:r>
            <a:endParaRPr lang="en-US" dirty="0"/>
          </a:p>
        </p:txBody>
      </p:sp>
      <p:sp>
        <p:nvSpPr>
          <p:cNvPr id="8" name="Footer Placeholder 7">
            <a:extLst>
              <a:ext uri="{FF2B5EF4-FFF2-40B4-BE49-F238E27FC236}">
                <a16:creationId xmlns:a16="http://schemas.microsoft.com/office/drawing/2014/main" id="{DA8F8D02-7CCF-4321-847A-CD553E52A342}"/>
              </a:ext>
            </a:extLst>
          </p:cNvPr>
          <p:cNvSpPr>
            <a:spLocks noGrp="1"/>
          </p:cNvSpPr>
          <p:nvPr>
            <p:ph type="ftr" sz="quarter" idx="11"/>
          </p:nvPr>
        </p:nvSpPr>
        <p:spPr>
          <a:xfrm>
            <a:off x="3308350" y="6401999"/>
            <a:ext cx="5575300" cy="369332"/>
          </a:xfrm>
          <a:prstGeom prst="rect">
            <a:avLst/>
          </a:prstGeom>
        </p:spPr>
        <p:txBody>
          <a:bodyPr/>
          <a:lstStyle/>
          <a:p>
            <a:endParaRPr lang="en-US" dirty="0"/>
          </a:p>
        </p:txBody>
      </p:sp>
      <p:sp>
        <p:nvSpPr>
          <p:cNvPr id="9" name="Slide Number Placeholder 8">
            <a:extLst>
              <a:ext uri="{FF2B5EF4-FFF2-40B4-BE49-F238E27FC236}">
                <a16:creationId xmlns:a16="http://schemas.microsoft.com/office/drawing/2014/main" id="{9F966368-2A9A-4617-A2A9-E4E9ACD06381}"/>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pPr/>
              <a:t>‹#›</a:t>
            </a:fld>
            <a:endParaRPr lang="en-US" dirty="0"/>
          </a:p>
        </p:txBody>
      </p:sp>
    </p:spTree>
    <p:extLst>
      <p:ext uri="{BB962C8B-B14F-4D97-AF65-F5344CB8AC3E}">
        <p14:creationId xmlns:p14="http://schemas.microsoft.com/office/powerpoint/2010/main" val="3771803143"/>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0855A-C7D7-455F-BD47-AB4221DD0240}"/>
              </a:ext>
            </a:extLst>
          </p:cNvPr>
          <p:cNvSpPr>
            <a:spLocks noGrp="1"/>
          </p:cNvSpPr>
          <p:nvPr>
            <p:ph type="title"/>
          </p:nvPr>
        </p:nvSpPr>
        <p:spPr>
          <a:xfrm>
            <a:off x="1079500" y="1079500"/>
            <a:ext cx="10026650" cy="4689475"/>
          </a:xfrm>
        </p:spPr>
        <p:txBody>
          <a:bodyPr anchor="ctr"/>
          <a:lstStyle>
            <a:lvl1pPr algn="ctr">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1629F6FD-C2F8-4688-B52A-ED76F48B8B41}"/>
              </a:ext>
            </a:extLst>
          </p:cNvPr>
          <p:cNvSpPr>
            <a:spLocks noGrp="1"/>
          </p:cNvSpPr>
          <p:nvPr>
            <p:ph type="dt" sz="half" idx="10"/>
          </p:nvPr>
        </p:nvSpPr>
        <p:spPr>
          <a:xfrm>
            <a:off x="541338" y="6401999"/>
            <a:ext cx="2206625" cy="369332"/>
          </a:xfrm>
          <a:prstGeom prst="rect">
            <a:avLst/>
          </a:prstGeom>
        </p:spPr>
        <p:txBody>
          <a:bodyPr/>
          <a:lstStyle/>
          <a:p>
            <a:r>
              <a:rPr lang="en-US"/>
              <a:t>20XX</a:t>
            </a:r>
            <a:endParaRPr lang="en-US" dirty="0"/>
          </a:p>
        </p:txBody>
      </p:sp>
      <p:sp>
        <p:nvSpPr>
          <p:cNvPr id="4" name="Footer Placeholder 3">
            <a:extLst>
              <a:ext uri="{FF2B5EF4-FFF2-40B4-BE49-F238E27FC236}">
                <a16:creationId xmlns:a16="http://schemas.microsoft.com/office/drawing/2014/main" id="{AB358F0F-237C-4F8E-A5A7-48269F700B1D}"/>
              </a:ext>
            </a:extLst>
          </p:cNvPr>
          <p:cNvSpPr>
            <a:spLocks noGrp="1"/>
          </p:cNvSpPr>
          <p:nvPr>
            <p:ph type="ftr" sz="quarter" idx="11"/>
          </p:nvPr>
        </p:nvSpPr>
        <p:spPr>
          <a:xfrm>
            <a:off x="3308350" y="6401999"/>
            <a:ext cx="5575300" cy="369332"/>
          </a:xfrm>
          <a:prstGeom prst="rect">
            <a:avLst/>
          </a:prstGeom>
        </p:spPr>
        <p:txBody>
          <a:bodyPr/>
          <a:lstStyle/>
          <a:p>
            <a:endParaRPr lang="en-US" dirty="0"/>
          </a:p>
        </p:txBody>
      </p:sp>
      <p:sp>
        <p:nvSpPr>
          <p:cNvPr id="5" name="Slide Number Placeholder 4">
            <a:extLst>
              <a:ext uri="{FF2B5EF4-FFF2-40B4-BE49-F238E27FC236}">
                <a16:creationId xmlns:a16="http://schemas.microsoft.com/office/drawing/2014/main" id="{68C3629E-70C3-44A4-A268-2194CD424AF9}"/>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pPr/>
              <a:t>‹#›</a:t>
            </a:fld>
            <a:endParaRPr lang="en-US" dirty="0"/>
          </a:p>
        </p:txBody>
      </p:sp>
    </p:spTree>
    <p:extLst>
      <p:ext uri="{BB962C8B-B14F-4D97-AF65-F5344CB8AC3E}">
        <p14:creationId xmlns:p14="http://schemas.microsoft.com/office/powerpoint/2010/main" val="3791636427"/>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F0232D4-EC56-49D3-B967-D972B5E5E2C1}"/>
              </a:ext>
            </a:extLst>
          </p:cNvPr>
          <p:cNvSpPr>
            <a:spLocks noGrp="1"/>
          </p:cNvSpPr>
          <p:nvPr>
            <p:ph type="dt" sz="half" idx="10"/>
          </p:nvPr>
        </p:nvSpPr>
        <p:spPr>
          <a:xfrm>
            <a:off x="541338" y="6401999"/>
            <a:ext cx="2206625" cy="369332"/>
          </a:xfrm>
          <a:prstGeom prst="rect">
            <a:avLst/>
          </a:prstGeom>
        </p:spPr>
        <p:txBody>
          <a:bodyPr/>
          <a:lstStyle/>
          <a:p>
            <a:r>
              <a:rPr lang="en-US"/>
              <a:t>20XX</a:t>
            </a:r>
            <a:endParaRPr lang="en-US" dirty="0"/>
          </a:p>
        </p:txBody>
      </p:sp>
      <p:sp>
        <p:nvSpPr>
          <p:cNvPr id="3" name="Footer Placeholder 2">
            <a:extLst>
              <a:ext uri="{FF2B5EF4-FFF2-40B4-BE49-F238E27FC236}">
                <a16:creationId xmlns:a16="http://schemas.microsoft.com/office/drawing/2014/main" id="{0B2C3171-136A-405F-B1CF-C0DAFAA21E41}"/>
              </a:ext>
            </a:extLst>
          </p:cNvPr>
          <p:cNvSpPr>
            <a:spLocks noGrp="1"/>
          </p:cNvSpPr>
          <p:nvPr>
            <p:ph type="ftr" sz="quarter" idx="11"/>
          </p:nvPr>
        </p:nvSpPr>
        <p:spPr>
          <a:xfrm>
            <a:off x="3308350" y="6401999"/>
            <a:ext cx="5575300" cy="369332"/>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76523E7E-BA29-40D2-BE24-10E7F7050409}"/>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pPr/>
              <a:t>‹#›</a:t>
            </a:fld>
            <a:endParaRPr lang="en-US" dirty="0"/>
          </a:p>
        </p:txBody>
      </p:sp>
    </p:spTree>
    <p:extLst>
      <p:ext uri="{BB962C8B-B14F-4D97-AF65-F5344CB8AC3E}">
        <p14:creationId xmlns:p14="http://schemas.microsoft.com/office/powerpoint/2010/main" val="2858217337"/>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3607EF-706F-47DD-B487-7C3E4EDE1945}"/>
              </a:ext>
            </a:extLst>
          </p:cNvPr>
          <p:cNvSpPr>
            <a:spLocks noGrp="1"/>
          </p:cNvSpPr>
          <p:nvPr>
            <p:ph type="title"/>
          </p:nvPr>
        </p:nvSpPr>
        <p:spPr>
          <a:xfrm>
            <a:off x="1071607" y="1011238"/>
            <a:ext cx="3906000" cy="1292400"/>
          </a:xfrm>
        </p:spPr>
        <p:txBody>
          <a:bodyPr anchor="t" anchorCtr="0">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8298442-7D9F-4D62-866B-FBA382F06C4C}"/>
              </a:ext>
            </a:extLst>
          </p:cNvPr>
          <p:cNvSpPr>
            <a:spLocks noGrp="1"/>
          </p:cNvSpPr>
          <p:nvPr>
            <p:ph idx="1"/>
          </p:nvPr>
        </p:nvSpPr>
        <p:spPr>
          <a:xfrm>
            <a:off x="5537200" y="955230"/>
            <a:ext cx="5583193" cy="4813745"/>
          </a:xfrm>
        </p:spPr>
        <p:txBody>
          <a:bodyPr/>
          <a:lstStyle>
            <a:lvl1pPr marL="0" indent="0">
              <a:lnSpc>
                <a:spcPct val="100000"/>
              </a:lnSpc>
              <a:buFontTx/>
              <a:buNone/>
              <a:defRPr sz="4800"/>
            </a:lvl1pPr>
            <a:lvl2pPr marL="0">
              <a:lnSpc>
                <a:spcPct val="100000"/>
              </a:lnSpc>
              <a:defRPr sz="4800"/>
            </a:lvl2pPr>
            <a:lvl3pPr marL="0" indent="0">
              <a:buNone/>
              <a:defRPr sz="2000"/>
            </a:lvl3pPr>
            <a:lvl4pPr marL="0">
              <a:defRPr sz="2000"/>
            </a:lvl4pPr>
            <a:lvl5pPr marL="360000">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67D1DB7-AC43-460E-B3C5-9F8B37D1B50A}"/>
              </a:ext>
            </a:extLst>
          </p:cNvPr>
          <p:cNvSpPr>
            <a:spLocks noGrp="1"/>
          </p:cNvSpPr>
          <p:nvPr>
            <p:ph type="body" sz="half" idx="2"/>
          </p:nvPr>
        </p:nvSpPr>
        <p:spPr>
          <a:xfrm>
            <a:off x="1079499" y="2664000"/>
            <a:ext cx="3905999" cy="3106800"/>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0C5DE9-6995-4F6E-AF64-6CE9A677971D}"/>
              </a:ext>
            </a:extLst>
          </p:cNvPr>
          <p:cNvSpPr>
            <a:spLocks noGrp="1"/>
          </p:cNvSpPr>
          <p:nvPr>
            <p:ph type="dt" sz="half" idx="10"/>
          </p:nvPr>
        </p:nvSpPr>
        <p:spPr>
          <a:xfrm>
            <a:off x="541338" y="6401999"/>
            <a:ext cx="2206625" cy="369332"/>
          </a:xfrm>
          <a:prstGeom prst="rect">
            <a:avLst/>
          </a:prstGeom>
        </p:spPr>
        <p:txBody>
          <a:bodyPr/>
          <a:lstStyle/>
          <a:p>
            <a:r>
              <a:rPr lang="en-US"/>
              <a:t>20XX</a:t>
            </a:r>
            <a:endParaRPr lang="en-US" dirty="0"/>
          </a:p>
        </p:txBody>
      </p:sp>
      <p:sp>
        <p:nvSpPr>
          <p:cNvPr id="6" name="Footer Placeholder 5">
            <a:extLst>
              <a:ext uri="{FF2B5EF4-FFF2-40B4-BE49-F238E27FC236}">
                <a16:creationId xmlns:a16="http://schemas.microsoft.com/office/drawing/2014/main" id="{388BC655-2B4D-48CA-90B9-740400332295}"/>
              </a:ext>
            </a:extLst>
          </p:cNvPr>
          <p:cNvSpPr>
            <a:spLocks noGrp="1"/>
          </p:cNvSpPr>
          <p:nvPr>
            <p:ph type="ftr" sz="quarter" idx="11"/>
          </p:nvPr>
        </p:nvSpPr>
        <p:spPr>
          <a:xfrm>
            <a:off x="3308350" y="6401999"/>
            <a:ext cx="5575300" cy="369332"/>
          </a:xfrm>
          <a:prstGeom prst="rect">
            <a:avLst/>
          </a:prstGeom>
        </p:spPr>
        <p:txBody>
          <a:bodyPr/>
          <a:lstStyle/>
          <a:p>
            <a:endParaRPr lang="en-US" dirty="0"/>
          </a:p>
        </p:txBody>
      </p:sp>
      <p:sp>
        <p:nvSpPr>
          <p:cNvPr id="7" name="Slide Number Placeholder 6">
            <a:extLst>
              <a:ext uri="{FF2B5EF4-FFF2-40B4-BE49-F238E27FC236}">
                <a16:creationId xmlns:a16="http://schemas.microsoft.com/office/drawing/2014/main" id="{1314A7E0-1D83-4CE0-9FFE-3EEE2B3C27ED}"/>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pPr/>
              <a:t>‹#›</a:t>
            </a:fld>
            <a:endParaRPr lang="en-US" dirty="0"/>
          </a:p>
        </p:txBody>
      </p:sp>
    </p:spTree>
    <p:extLst>
      <p:ext uri="{BB962C8B-B14F-4D97-AF65-F5344CB8AC3E}">
        <p14:creationId xmlns:p14="http://schemas.microsoft.com/office/powerpoint/2010/main" val="3077427008"/>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F7F85-950A-4BED-AE31-5C85DE4FA488}"/>
              </a:ext>
            </a:extLst>
          </p:cNvPr>
          <p:cNvSpPr>
            <a:spLocks noGrp="1"/>
          </p:cNvSpPr>
          <p:nvPr>
            <p:ph type="title"/>
          </p:nvPr>
        </p:nvSpPr>
        <p:spPr>
          <a:xfrm>
            <a:off x="1079501" y="1011238"/>
            <a:ext cx="3905250" cy="1292662"/>
          </a:xfrm>
        </p:spPr>
        <p:txBody>
          <a:bodyPr anchor="t" anchorCtr="0">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6813A008-3741-4305-8A06-C0D8404A32BB}"/>
              </a:ext>
            </a:extLst>
          </p:cNvPr>
          <p:cNvSpPr>
            <a:spLocks noGrp="1"/>
          </p:cNvSpPr>
          <p:nvPr>
            <p:ph type="pic" idx="1"/>
          </p:nvPr>
        </p:nvSpPr>
        <p:spPr>
          <a:xfrm>
            <a:off x="5537200" y="531813"/>
            <a:ext cx="6113812" cy="578484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BF2ADC63-3365-4920-AF26-600F4D2EA579}"/>
              </a:ext>
            </a:extLst>
          </p:cNvPr>
          <p:cNvSpPr>
            <a:spLocks noGrp="1"/>
          </p:cNvSpPr>
          <p:nvPr>
            <p:ph type="body" sz="half" idx="2"/>
          </p:nvPr>
        </p:nvSpPr>
        <p:spPr>
          <a:xfrm>
            <a:off x="1079500" y="2663825"/>
            <a:ext cx="3905250" cy="3105150"/>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AC161BE-EF8B-4F4D-8197-61442EBC46BD}"/>
              </a:ext>
            </a:extLst>
          </p:cNvPr>
          <p:cNvSpPr>
            <a:spLocks noGrp="1"/>
          </p:cNvSpPr>
          <p:nvPr>
            <p:ph type="dt" sz="half" idx="10"/>
          </p:nvPr>
        </p:nvSpPr>
        <p:spPr>
          <a:xfrm>
            <a:off x="541338" y="6401999"/>
            <a:ext cx="2206625" cy="369332"/>
          </a:xfrm>
          <a:prstGeom prst="rect">
            <a:avLst/>
          </a:prstGeom>
        </p:spPr>
        <p:txBody>
          <a:bodyPr/>
          <a:lstStyle/>
          <a:p>
            <a:r>
              <a:rPr lang="en-US"/>
              <a:t>20XX</a:t>
            </a:r>
            <a:endParaRPr lang="en-US" dirty="0"/>
          </a:p>
        </p:txBody>
      </p:sp>
      <p:sp>
        <p:nvSpPr>
          <p:cNvPr id="6" name="Footer Placeholder 5">
            <a:extLst>
              <a:ext uri="{FF2B5EF4-FFF2-40B4-BE49-F238E27FC236}">
                <a16:creationId xmlns:a16="http://schemas.microsoft.com/office/drawing/2014/main" id="{9FD37897-BFE5-414E-9334-53116988DC37}"/>
              </a:ext>
            </a:extLst>
          </p:cNvPr>
          <p:cNvSpPr>
            <a:spLocks noGrp="1"/>
          </p:cNvSpPr>
          <p:nvPr>
            <p:ph type="ftr" sz="quarter" idx="11"/>
          </p:nvPr>
        </p:nvSpPr>
        <p:spPr>
          <a:xfrm>
            <a:off x="3308350" y="6401999"/>
            <a:ext cx="5575300" cy="369332"/>
          </a:xfrm>
          <a:prstGeom prst="rect">
            <a:avLst/>
          </a:prstGeom>
        </p:spPr>
        <p:txBody>
          <a:bodyPr/>
          <a:lstStyle/>
          <a:p>
            <a:endParaRPr lang="en-US" dirty="0"/>
          </a:p>
        </p:txBody>
      </p:sp>
      <p:sp>
        <p:nvSpPr>
          <p:cNvPr id="7" name="Slide Number Placeholder 6">
            <a:extLst>
              <a:ext uri="{FF2B5EF4-FFF2-40B4-BE49-F238E27FC236}">
                <a16:creationId xmlns:a16="http://schemas.microsoft.com/office/drawing/2014/main" id="{3F5BF024-9A20-4B80-976D-420DCCD1616D}"/>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pPr/>
              <a:t>‹#›</a:t>
            </a:fld>
            <a:endParaRPr lang="en-US" dirty="0"/>
          </a:p>
        </p:txBody>
      </p:sp>
    </p:spTree>
    <p:extLst>
      <p:ext uri="{BB962C8B-B14F-4D97-AF65-F5344CB8AC3E}">
        <p14:creationId xmlns:p14="http://schemas.microsoft.com/office/powerpoint/2010/main" val="1696813467"/>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B794F-0C7D-47A6-A355-9B54F3A082B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518BEFC-5F95-43C3-A662-CF24426CB374}"/>
              </a:ext>
            </a:extLst>
          </p:cNvPr>
          <p:cNvSpPr>
            <a:spLocks noGrp="1"/>
          </p:cNvSpPr>
          <p:nvPr>
            <p:ph type="body" orient="vert" idx="1"/>
          </p:nvPr>
        </p:nvSpPr>
        <p:spPr>
          <a:xfrm>
            <a:off x="1079500" y="1790700"/>
            <a:ext cx="10026650" cy="39782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E020A41-C226-41AB-8766-C9BF3E9BF9D0}"/>
              </a:ext>
            </a:extLst>
          </p:cNvPr>
          <p:cNvSpPr>
            <a:spLocks noGrp="1"/>
          </p:cNvSpPr>
          <p:nvPr>
            <p:ph type="dt" sz="half" idx="10"/>
          </p:nvPr>
        </p:nvSpPr>
        <p:spPr>
          <a:xfrm>
            <a:off x="541338" y="6401999"/>
            <a:ext cx="2206625" cy="369332"/>
          </a:xfrm>
          <a:prstGeom prst="rect">
            <a:avLst/>
          </a:prstGeom>
        </p:spPr>
        <p:txBody>
          <a:bodyPr/>
          <a:lstStyle/>
          <a:p>
            <a:r>
              <a:rPr lang="en-US"/>
              <a:t>20XX</a:t>
            </a:r>
            <a:endParaRPr lang="en-US" dirty="0"/>
          </a:p>
        </p:txBody>
      </p:sp>
      <p:sp>
        <p:nvSpPr>
          <p:cNvPr id="5" name="Footer Placeholder 4">
            <a:extLst>
              <a:ext uri="{FF2B5EF4-FFF2-40B4-BE49-F238E27FC236}">
                <a16:creationId xmlns:a16="http://schemas.microsoft.com/office/drawing/2014/main" id="{877795E9-017B-4505-810D-A5F553A56BC9}"/>
              </a:ext>
            </a:extLst>
          </p:cNvPr>
          <p:cNvSpPr>
            <a:spLocks noGrp="1"/>
          </p:cNvSpPr>
          <p:nvPr>
            <p:ph type="ftr" sz="quarter" idx="11"/>
          </p:nvPr>
        </p:nvSpPr>
        <p:spPr>
          <a:xfrm>
            <a:off x="3308350" y="6401999"/>
            <a:ext cx="5575300" cy="369332"/>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6626A1BD-3429-4C11-B230-8AD083EC3EC2}"/>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pPr/>
              <a:t>‹#›</a:t>
            </a:fld>
            <a:endParaRPr lang="en-US" dirty="0"/>
          </a:p>
        </p:txBody>
      </p:sp>
    </p:spTree>
    <p:extLst>
      <p:ext uri="{BB962C8B-B14F-4D97-AF65-F5344CB8AC3E}">
        <p14:creationId xmlns:p14="http://schemas.microsoft.com/office/powerpoint/2010/main" val="1380424645"/>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EA11CA2-18BF-408B-A40C-B43A0A7B80FA}"/>
              </a:ext>
            </a:extLst>
          </p:cNvPr>
          <p:cNvSpPr>
            <a:spLocks noGrp="1"/>
          </p:cNvSpPr>
          <p:nvPr>
            <p:ph type="title" orient="vert"/>
          </p:nvPr>
        </p:nvSpPr>
        <p:spPr>
          <a:xfrm>
            <a:off x="9899079" y="1079500"/>
            <a:ext cx="1292662" cy="4689476"/>
          </a:xfrm>
        </p:spPr>
        <p:txBody>
          <a:bodyPr vert="eaVert">
            <a:normAutofit/>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BAE424B6-12FC-41A1-AF7C-7E3931D97204}"/>
              </a:ext>
            </a:extLst>
          </p:cNvPr>
          <p:cNvSpPr>
            <a:spLocks noGrp="1"/>
          </p:cNvSpPr>
          <p:nvPr>
            <p:ph type="body" orient="vert" idx="1"/>
          </p:nvPr>
        </p:nvSpPr>
        <p:spPr>
          <a:xfrm>
            <a:off x="1079499" y="1079500"/>
            <a:ext cx="8495943" cy="468947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35CF957-F921-48CF-97FE-91190C1AE9B3}"/>
              </a:ext>
            </a:extLst>
          </p:cNvPr>
          <p:cNvSpPr>
            <a:spLocks noGrp="1"/>
          </p:cNvSpPr>
          <p:nvPr>
            <p:ph type="dt" sz="half" idx="10"/>
          </p:nvPr>
        </p:nvSpPr>
        <p:spPr>
          <a:xfrm>
            <a:off x="541338" y="6401999"/>
            <a:ext cx="2206625" cy="369332"/>
          </a:xfrm>
          <a:prstGeom prst="rect">
            <a:avLst/>
          </a:prstGeom>
        </p:spPr>
        <p:txBody>
          <a:bodyPr/>
          <a:lstStyle/>
          <a:p>
            <a:r>
              <a:rPr lang="en-US"/>
              <a:t>20XX</a:t>
            </a:r>
            <a:endParaRPr lang="en-US" dirty="0"/>
          </a:p>
        </p:txBody>
      </p:sp>
      <p:sp>
        <p:nvSpPr>
          <p:cNvPr id="5" name="Footer Placeholder 4">
            <a:extLst>
              <a:ext uri="{FF2B5EF4-FFF2-40B4-BE49-F238E27FC236}">
                <a16:creationId xmlns:a16="http://schemas.microsoft.com/office/drawing/2014/main" id="{6653F49D-6E0C-47F7-BAAD-A427913DC4D1}"/>
              </a:ext>
            </a:extLst>
          </p:cNvPr>
          <p:cNvSpPr>
            <a:spLocks noGrp="1"/>
          </p:cNvSpPr>
          <p:nvPr>
            <p:ph type="ftr" sz="quarter" idx="11"/>
          </p:nvPr>
        </p:nvSpPr>
        <p:spPr>
          <a:xfrm>
            <a:off x="3308350" y="6401999"/>
            <a:ext cx="5575300" cy="369332"/>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B038A122-F390-46CF-BECF-3AE05CA585C4}"/>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pPr/>
              <a:t>‹#›</a:t>
            </a:fld>
            <a:endParaRPr lang="en-US" dirty="0"/>
          </a:p>
        </p:txBody>
      </p:sp>
    </p:spTree>
    <p:extLst>
      <p:ext uri="{BB962C8B-B14F-4D97-AF65-F5344CB8AC3E}">
        <p14:creationId xmlns:p14="http://schemas.microsoft.com/office/powerpoint/2010/main" val="1282643774"/>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9798E-90C4-48E6-B39B-37FF65347ABD}"/>
              </a:ext>
            </a:extLst>
          </p:cNvPr>
          <p:cNvSpPr>
            <a:spLocks noGrp="1"/>
          </p:cNvSpPr>
          <p:nvPr>
            <p:ph type="ctrTitle" hasCustomPrompt="1"/>
          </p:nvPr>
        </p:nvSpPr>
        <p:spPr>
          <a:xfrm>
            <a:off x="2197100" y="1079500"/>
            <a:ext cx="7797799" cy="2543594"/>
          </a:xfrm>
        </p:spPr>
        <p:txBody>
          <a:bodyPr anchor="b">
            <a:normAutofit/>
          </a:bodyPr>
          <a:lstStyle>
            <a:lvl1pPr algn="ctr">
              <a:defRPr sz="2800"/>
            </a:lvl1pPr>
          </a:lstStyle>
          <a:p>
            <a:r>
              <a:rPr lang="en-US" dirty="0"/>
              <a:t>Click to add title</a:t>
            </a:r>
          </a:p>
        </p:txBody>
      </p:sp>
      <p:grpSp>
        <p:nvGrpSpPr>
          <p:cNvPr id="7" name="Group 6">
            <a:extLst>
              <a:ext uri="{FF2B5EF4-FFF2-40B4-BE49-F238E27FC236}">
                <a16:creationId xmlns:a16="http://schemas.microsoft.com/office/drawing/2014/main" id="{A8224D70-2CA9-3DC4-F002-EC470A48EB82}"/>
              </a:ext>
              <a:ext uri="{C183D7F6-B498-43B3-948B-1728B52AA6E4}">
                <adec:decorative xmlns:adec="http://schemas.microsoft.com/office/drawing/2017/decorative" val="1"/>
              </a:ext>
            </a:extLst>
          </p:cNvPr>
          <p:cNvGrpSpPr/>
          <p:nvPr userDrawn="1"/>
        </p:nvGrpSpPr>
        <p:grpSpPr>
          <a:xfrm>
            <a:off x="9728046" y="4869342"/>
            <a:ext cx="1623711" cy="630920"/>
            <a:chOff x="9588346" y="4824892"/>
            <a:chExt cx="1623711" cy="630920"/>
          </a:xfrm>
        </p:grpSpPr>
        <p:sp>
          <p:nvSpPr>
            <p:cNvPr id="8" name="Freeform: Shape 15">
              <a:extLst>
                <a:ext uri="{FF2B5EF4-FFF2-40B4-BE49-F238E27FC236}">
                  <a16:creationId xmlns:a16="http://schemas.microsoft.com/office/drawing/2014/main" id="{C0B1F33F-4201-2B4E-E8EC-1D07263083EB}"/>
                </a:ext>
              </a:extLst>
            </p:cNvPr>
            <p:cNvSpPr/>
            <p:nvPr/>
          </p:nvSpPr>
          <p:spPr>
            <a:xfrm rot="2700000" flipH="1">
              <a:off x="10267789" y="4452443"/>
              <a:ext cx="571820" cy="1316717"/>
            </a:xfrm>
            <a:custGeom>
              <a:avLst/>
              <a:gdLst>
                <a:gd name="connsiteX0" fmla="*/ 282417 w 571820"/>
                <a:gd name="connsiteY0" fmla="*/ 0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17" fmla="*/ 282417 w 571820"/>
                <a:gd name="connsiteY17" fmla="*/ 6349 h 1316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71820" h="1316717">
                  <a:moveTo>
                    <a:pt x="282417" y="0"/>
                  </a:moveTo>
                  <a:lnTo>
                    <a:pt x="285910" y="3175"/>
                  </a:lnTo>
                  <a:lnTo>
                    <a:pt x="287393" y="1827"/>
                  </a:lnTo>
                  <a:lnTo>
                    <a:pt x="289403" y="0"/>
                  </a:lnTo>
                  <a:lnTo>
                    <a:pt x="289403" y="6349"/>
                  </a:lnTo>
                  <a:lnTo>
                    <a:pt x="309203" y="24345"/>
                  </a:lnTo>
                  <a:cubicBezTo>
                    <a:pt x="471461" y="186603"/>
                    <a:pt x="571820" y="410761"/>
                    <a:pt x="571820" y="658359"/>
                  </a:cubicBezTo>
                  <a:cubicBezTo>
                    <a:pt x="571820" y="905956"/>
                    <a:pt x="471461" y="1130114"/>
                    <a:pt x="309203" y="1292372"/>
                  </a:cubicBezTo>
                  <a:lnTo>
                    <a:pt x="289403" y="1310368"/>
                  </a:lnTo>
                  <a:lnTo>
                    <a:pt x="289403" y="1316717"/>
                  </a:lnTo>
                  <a:lnTo>
                    <a:pt x="287393" y="1314890"/>
                  </a:lnTo>
                  <a:lnTo>
                    <a:pt x="285910" y="1313542"/>
                  </a:lnTo>
                  <a:lnTo>
                    <a:pt x="282417" y="1316717"/>
                  </a:lnTo>
                  <a:lnTo>
                    <a:pt x="282417" y="1310367"/>
                  </a:lnTo>
                  <a:lnTo>
                    <a:pt x="262617" y="1292372"/>
                  </a:lnTo>
                  <a:cubicBezTo>
                    <a:pt x="100359" y="1130113"/>
                    <a:pt x="0" y="905956"/>
                    <a:pt x="0" y="658358"/>
                  </a:cubicBezTo>
                  <a:cubicBezTo>
                    <a:pt x="0" y="410761"/>
                    <a:pt x="100359" y="186603"/>
                    <a:pt x="262617" y="24345"/>
                  </a:cubicBezTo>
                  <a:lnTo>
                    <a:pt x="282417" y="6349"/>
                  </a:lnTo>
                  <a:close/>
                </a:path>
              </a:pathLst>
            </a:custGeom>
            <a:solidFill>
              <a:schemeClr val="accent4">
                <a:alpha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9" name="Group 8">
              <a:extLst>
                <a:ext uri="{FF2B5EF4-FFF2-40B4-BE49-F238E27FC236}">
                  <a16:creationId xmlns:a16="http://schemas.microsoft.com/office/drawing/2014/main" id="{2ED5B178-0506-30BE-93BB-73C02006B988}"/>
                </a:ext>
              </a:extLst>
            </p:cNvPr>
            <p:cNvGrpSpPr/>
            <p:nvPr/>
          </p:nvGrpSpPr>
          <p:grpSpPr>
            <a:xfrm rot="2700000" flipH="1">
              <a:off x="10112436" y="4359902"/>
              <a:ext cx="571820" cy="1620000"/>
              <a:chOff x="8482785" y="4330454"/>
              <a:chExt cx="571820" cy="1620000"/>
            </a:xfrm>
          </p:grpSpPr>
          <p:sp>
            <p:nvSpPr>
              <p:cNvPr id="10" name="Freeform: Shape 17">
                <a:extLst>
                  <a:ext uri="{FF2B5EF4-FFF2-40B4-BE49-F238E27FC236}">
                    <a16:creationId xmlns:a16="http://schemas.microsoft.com/office/drawing/2014/main" id="{B3F854F0-E9B7-2C32-CA3C-FA9719440768}"/>
                  </a:ext>
                </a:extLst>
              </p:cNvPr>
              <p:cNvSpPr/>
              <p:nvPr/>
            </p:nvSpPr>
            <p:spPr>
              <a:xfrm>
                <a:off x="8482785" y="4333632"/>
                <a:ext cx="571820" cy="1311956"/>
              </a:xfrm>
              <a:custGeom>
                <a:avLst/>
                <a:gdLst>
                  <a:gd name="connsiteX0" fmla="*/ 282417 w 571820"/>
                  <a:gd name="connsiteY0" fmla="*/ 0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17" fmla="*/ 282417 w 571820"/>
                  <a:gd name="connsiteY17" fmla="*/ 6349 h 1316717"/>
                  <a:gd name="connsiteX0" fmla="*/ 282417 w 571820"/>
                  <a:gd name="connsiteY0" fmla="*/ 6349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17" fmla="*/ 282417 w 571820"/>
                  <a:gd name="connsiteY17" fmla="*/ 6349 h 1316717"/>
                  <a:gd name="connsiteX0" fmla="*/ 262617 w 571820"/>
                  <a:gd name="connsiteY0" fmla="*/ 24345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0" fmla="*/ 262617 w 571820"/>
                  <a:gd name="connsiteY0" fmla="*/ 24345 h 1316717"/>
                  <a:gd name="connsiteX1" fmla="*/ 285910 w 571820"/>
                  <a:gd name="connsiteY1" fmla="*/ 3175 h 1316717"/>
                  <a:gd name="connsiteX2" fmla="*/ 287393 w 571820"/>
                  <a:gd name="connsiteY2" fmla="*/ 1827 h 1316717"/>
                  <a:gd name="connsiteX3" fmla="*/ 289403 w 571820"/>
                  <a:gd name="connsiteY3" fmla="*/ 0 h 1316717"/>
                  <a:gd name="connsiteX4" fmla="*/ 309203 w 571820"/>
                  <a:gd name="connsiteY4" fmla="*/ 24345 h 1316717"/>
                  <a:gd name="connsiteX5" fmla="*/ 571820 w 571820"/>
                  <a:gd name="connsiteY5" fmla="*/ 658359 h 1316717"/>
                  <a:gd name="connsiteX6" fmla="*/ 309203 w 571820"/>
                  <a:gd name="connsiteY6" fmla="*/ 1292372 h 1316717"/>
                  <a:gd name="connsiteX7" fmla="*/ 289403 w 571820"/>
                  <a:gd name="connsiteY7" fmla="*/ 1310368 h 1316717"/>
                  <a:gd name="connsiteX8" fmla="*/ 289403 w 571820"/>
                  <a:gd name="connsiteY8" fmla="*/ 1316717 h 1316717"/>
                  <a:gd name="connsiteX9" fmla="*/ 287393 w 571820"/>
                  <a:gd name="connsiteY9" fmla="*/ 1314890 h 1316717"/>
                  <a:gd name="connsiteX10" fmla="*/ 285910 w 571820"/>
                  <a:gd name="connsiteY10" fmla="*/ 1313542 h 1316717"/>
                  <a:gd name="connsiteX11" fmla="*/ 282417 w 571820"/>
                  <a:gd name="connsiteY11" fmla="*/ 1316717 h 1316717"/>
                  <a:gd name="connsiteX12" fmla="*/ 282417 w 571820"/>
                  <a:gd name="connsiteY12" fmla="*/ 1310367 h 1316717"/>
                  <a:gd name="connsiteX13" fmla="*/ 262617 w 571820"/>
                  <a:gd name="connsiteY13" fmla="*/ 1292372 h 1316717"/>
                  <a:gd name="connsiteX14" fmla="*/ 0 w 571820"/>
                  <a:gd name="connsiteY14" fmla="*/ 658358 h 1316717"/>
                  <a:gd name="connsiteX15" fmla="*/ 262617 w 571820"/>
                  <a:gd name="connsiteY15" fmla="*/ 24345 h 1316717"/>
                  <a:gd name="connsiteX0" fmla="*/ 262617 w 571820"/>
                  <a:gd name="connsiteY0" fmla="*/ 22518 h 1314890"/>
                  <a:gd name="connsiteX1" fmla="*/ 285910 w 571820"/>
                  <a:gd name="connsiteY1" fmla="*/ 1348 h 1314890"/>
                  <a:gd name="connsiteX2" fmla="*/ 287393 w 571820"/>
                  <a:gd name="connsiteY2" fmla="*/ 0 h 1314890"/>
                  <a:gd name="connsiteX3" fmla="*/ 309203 w 571820"/>
                  <a:gd name="connsiteY3" fmla="*/ 22518 h 1314890"/>
                  <a:gd name="connsiteX4" fmla="*/ 571820 w 571820"/>
                  <a:gd name="connsiteY4" fmla="*/ 656532 h 1314890"/>
                  <a:gd name="connsiteX5" fmla="*/ 309203 w 571820"/>
                  <a:gd name="connsiteY5" fmla="*/ 1290545 h 1314890"/>
                  <a:gd name="connsiteX6" fmla="*/ 289403 w 571820"/>
                  <a:gd name="connsiteY6" fmla="*/ 1308541 h 1314890"/>
                  <a:gd name="connsiteX7" fmla="*/ 289403 w 571820"/>
                  <a:gd name="connsiteY7" fmla="*/ 1314890 h 1314890"/>
                  <a:gd name="connsiteX8" fmla="*/ 287393 w 571820"/>
                  <a:gd name="connsiteY8" fmla="*/ 1313063 h 1314890"/>
                  <a:gd name="connsiteX9" fmla="*/ 285910 w 571820"/>
                  <a:gd name="connsiteY9" fmla="*/ 1311715 h 1314890"/>
                  <a:gd name="connsiteX10" fmla="*/ 282417 w 571820"/>
                  <a:gd name="connsiteY10" fmla="*/ 1314890 h 1314890"/>
                  <a:gd name="connsiteX11" fmla="*/ 282417 w 571820"/>
                  <a:gd name="connsiteY11" fmla="*/ 1308540 h 1314890"/>
                  <a:gd name="connsiteX12" fmla="*/ 262617 w 571820"/>
                  <a:gd name="connsiteY12" fmla="*/ 1290545 h 1314890"/>
                  <a:gd name="connsiteX13" fmla="*/ 0 w 571820"/>
                  <a:gd name="connsiteY13" fmla="*/ 656531 h 1314890"/>
                  <a:gd name="connsiteX14" fmla="*/ 262617 w 571820"/>
                  <a:gd name="connsiteY14" fmla="*/ 22518 h 1314890"/>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85910 w 571820"/>
                  <a:gd name="connsiteY8" fmla="*/ 1310367 h 1313542"/>
                  <a:gd name="connsiteX9" fmla="*/ 282417 w 571820"/>
                  <a:gd name="connsiteY9" fmla="*/ 1313542 h 1313542"/>
                  <a:gd name="connsiteX10" fmla="*/ 282417 w 571820"/>
                  <a:gd name="connsiteY10" fmla="*/ 1307192 h 1313542"/>
                  <a:gd name="connsiteX11" fmla="*/ 262617 w 571820"/>
                  <a:gd name="connsiteY11" fmla="*/ 1289197 h 1313542"/>
                  <a:gd name="connsiteX12" fmla="*/ 0 w 571820"/>
                  <a:gd name="connsiteY12" fmla="*/ 655183 h 1313542"/>
                  <a:gd name="connsiteX13" fmla="*/ 262617 w 571820"/>
                  <a:gd name="connsiteY13"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85910 w 571820"/>
                  <a:gd name="connsiteY8" fmla="*/ 1310367 h 1313542"/>
                  <a:gd name="connsiteX9" fmla="*/ 282417 w 571820"/>
                  <a:gd name="connsiteY9" fmla="*/ 1313542 h 1313542"/>
                  <a:gd name="connsiteX10" fmla="*/ 262617 w 571820"/>
                  <a:gd name="connsiteY10" fmla="*/ 1289197 h 1313542"/>
                  <a:gd name="connsiteX11" fmla="*/ 0 w 571820"/>
                  <a:gd name="connsiteY11" fmla="*/ 655183 h 1313542"/>
                  <a:gd name="connsiteX12" fmla="*/ 262617 w 571820"/>
                  <a:gd name="connsiteY12"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85910 w 571820"/>
                  <a:gd name="connsiteY8" fmla="*/ 1310367 h 1313542"/>
                  <a:gd name="connsiteX9" fmla="*/ 262617 w 571820"/>
                  <a:gd name="connsiteY9" fmla="*/ 1289197 h 1313542"/>
                  <a:gd name="connsiteX10" fmla="*/ 0 w 571820"/>
                  <a:gd name="connsiteY10" fmla="*/ 655183 h 1313542"/>
                  <a:gd name="connsiteX11" fmla="*/ 262617 w 571820"/>
                  <a:gd name="connsiteY11"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62617 w 571820"/>
                  <a:gd name="connsiteY8" fmla="*/ 1289197 h 1313542"/>
                  <a:gd name="connsiteX9" fmla="*/ 0 w 571820"/>
                  <a:gd name="connsiteY9" fmla="*/ 655183 h 1313542"/>
                  <a:gd name="connsiteX10" fmla="*/ 262617 w 571820"/>
                  <a:gd name="connsiteY10"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62617 w 571820"/>
                  <a:gd name="connsiteY7" fmla="*/ 1289197 h 1313542"/>
                  <a:gd name="connsiteX8" fmla="*/ 0 w 571820"/>
                  <a:gd name="connsiteY8" fmla="*/ 655183 h 1313542"/>
                  <a:gd name="connsiteX9" fmla="*/ 262617 w 571820"/>
                  <a:gd name="connsiteY9" fmla="*/ 21170 h 1313542"/>
                  <a:gd name="connsiteX0" fmla="*/ 262617 w 571820"/>
                  <a:gd name="connsiteY0" fmla="*/ 21170 h 1364739"/>
                  <a:gd name="connsiteX1" fmla="*/ 285910 w 571820"/>
                  <a:gd name="connsiteY1" fmla="*/ 0 h 1364739"/>
                  <a:gd name="connsiteX2" fmla="*/ 309203 w 571820"/>
                  <a:gd name="connsiteY2" fmla="*/ 21170 h 1364739"/>
                  <a:gd name="connsiteX3" fmla="*/ 571820 w 571820"/>
                  <a:gd name="connsiteY3" fmla="*/ 655184 h 1364739"/>
                  <a:gd name="connsiteX4" fmla="*/ 309203 w 571820"/>
                  <a:gd name="connsiteY4" fmla="*/ 1289197 h 1364739"/>
                  <a:gd name="connsiteX5" fmla="*/ 289403 w 571820"/>
                  <a:gd name="connsiteY5" fmla="*/ 1307193 h 1364739"/>
                  <a:gd name="connsiteX6" fmla="*/ 177485 w 571820"/>
                  <a:gd name="connsiteY6" fmla="*/ 1364739 h 1364739"/>
                  <a:gd name="connsiteX7" fmla="*/ 262617 w 571820"/>
                  <a:gd name="connsiteY7" fmla="*/ 1289197 h 1364739"/>
                  <a:gd name="connsiteX8" fmla="*/ 0 w 571820"/>
                  <a:gd name="connsiteY8" fmla="*/ 655183 h 1364739"/>
                  <a:gd name="connsiteX9" fmla="*/ 262617 w 571820"/>
                  <a:gd name="connsiteY9" fmla="*/ 21170 h 1364739"/>
                  <a:gd name="connsiteX0" fmla="*/ 262617 w 571820"/>
                  <a:gd name="connsiteY0" fmla="*/ 21170 h 1364739"/>
                  <a:gd name="connsiteX1" fmla="*/ 285910 w 571820"/>
                  <a:gd name="connsiteY1" fmla="*/ 0 h 1364739"/>
                  <a:gd name="connsiteX2" fmla="*/ 309203 w 571820"/>
                  <a:gd name="connsiteY2" fmla="*/ 21170 h 1364739"/>
                  <a:gd name="connsiteX3" fmla="*/ 571820 w 571820"/>
                  <a:gd name="connsiteY3" fmla="*/ 655184 h 1364739"/>
                  <a:gd name="connsiteX4" fmla="*/ 309203 w 571820"/>
                  <a:gd name="connsiteY4" fmla="*/ 1289197 h 1364739"/>
                  <a:gd name="connsiteX5" fmla="*/ 285832 w 571820"/>
                  <a:gd name="connsiteY5" fmla="*/ 1311956 h 1364739"/>
                  <a:gd name="connsiteX6" fmla="*/ 177485 w 571820"/>
                  <a:gd name="connsiteY6" fmla="*/ 1364739 h 1364739"/>
                  <a:gd name="connsiteX7" fmla="*/ 262617 w 571820"/>
                  <a:gd name="connsiteY7" fmla="*/ 1289197 h 1364739"/>
                  <a:gd name="connsiteX8" fmla="*/ 0 w 571820"/>
                  <a:gd name="connsiteY8" fmla="*/ 655183 h 1364739"/>
                  <a:gd name="connsiteX9" fmla="*/ 262617 w 571820"/>
                  <a:gd name="connsiteY9" fmla="*/ 21170 h 1364739"/>
                  <a:gd name="connsiteX0" fmla="*/ 262617 w 571820"/>
                  <a:gd name="connsiteY0" fmla="*/ 21170 h 1311956"/>
                  <a:gd name="connsiteX1" fmla="*/ 285910 w 571820"/>
                  <a:gd name="connsiteY1" fmla="*/ 0 h 1311956"/>
                  <a:gd name="connsiteX2" fmla="*/ 309203 w 571820"/>
                  <a:gd name="connsiteY2" fmla="*/ 21170 h 1311956"/>
                  <a:gd name="connsiteX3" fmla="*/ 571820 w 571820"/>
                  <a:gd name="connsiteY3" fmla="*/ 655184 h 1311956"/>
                  <a:gd name="connsiteX4" fmla="*/ 309203 w 571820"/>
                  <a:gd name="connsiteY4" fmla="*/ 1289197 h 1311956"/>
                  <a:gd name="connsiteX5" fmla="*/ 285832 w 571820"/>
                  <a:gd name="connsiteY5" fmla="*/ 1311956 h 1311956"/>
                  <a:gd name="connsiteX6" fmla="*/ 262617 w 571820"/>
                  <a:gd name="connsiteY6" fmla="*/ 1289197 h 1311956"/>
                  <a:gd name="connsiteX7" fmla="*/ 0 w 571820"/>
                  <a:gd name="connsiteY7" fmla="*/ 655183 h 1311956"/>
                  <a:gd name="connsiteX8" fmla="*/ 262617 w 571820"/>
                  <a:gd name="connsiteY8" fmla="*/ 21170 h 1311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1820" h="1311956">
                    <a:moveTo>
                      <a:pt x="262617" y="21170"/>
                    </a:moveTo>
                    <a:lnTo>
                      <a:pt x="285910" y="0"/>
                    </a:lnTo>
                    <a:lnTo>
                      <a:pt x="309203" y="21170"/>
                    </a:lnTo>
                    <a:cubicBezTo>
                      <a:pt x="471461" y="183428"/>
                      <a:pt x="571820" y="407586"/>
                      <a:pt x="571820" y="655184"/>
                    </a:cubicBezTo>
                    <a:cubicBezTo>
                      <a:pt x="571820" y="902781"/>
                      <a:pt x="471461" y="1126939"/>
                      <a:pt x="309203" y="1289197"/>
                    </a:cubicBezTo>
                    <a:lnTo>
                      <a:pt x="285832" y="1311956"/>
                    </a:lnTo>
                    <a:lnTo>
                      <a:pt x="262617" y="1289197"/>
                    </a:lnTo>
                    <a:cubicBezTo>
                      <a:pt x="100359" y="1126938"/>
                      <a:pt x="0" y="902781"/>
                      <a:pt x="0" y="655183"/>
                    </a:cubicBezTo>
                    <a:cubicBezTo>
                      <a:pt x="0" y="407586"/>
                      <a:pt x="100359" y="183428"/>
                      <a:pt x="262617" y="21170"/>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11" name="Straight Connector 10">
                <a:extLst>
                  <a:ext uri="{FF2B5EF4-FFF2-40B4-BE49-F238E27FC236}">
                    <a16:creationId xmlns:a16="http://schemas.microsoft.com/office/drawing/2014/main" id="{E8224CDA-DD93-0DF6-7DD9-8328D1606037}"/>
                  </a:ext>
                </a:extLst>
              </p:cNvPr>
              <p:cNvCxnSpPr>
                <a:cxnSpLocks/>
              </p:cNvCxnSpPr>
              <p:nvPr/>
            </p:nvCxnSpPr>
            <p:spPr>
              <a:xfrm>
                <a:off x="8768695" y="4330454"/>
                <a:ext cx="0" cy="162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12" name="Straight Connector 11">
            <a:extLst>
              <a:ext uri="{FF2B5EF4-FFF2-40B4-BE49-F238E27FC236}">
                <a16:creationId xmlns:a16="http://schemas.microsoft.com/office/drawing/2014/main" id="{A3FA5F65-B2C5-BB65-83E3-F195EEE49001}"/>
              </a:ext>
              <a:ext uri="{C183D7F6-B498-43B3-948B-1728B52AA6E4}">
                <adec:decorative xmlns:adec="http://schemas.microsoft.com/office/drawing/2017/decorative" val="1"/>
              </a:ext>
            </a:extLst>
          </p:cNvPr>
          <p:cNvCxnSpPr>
            <a:cxnSpLocks/>
          </p:cNvCxnSpPr>
          <p:nvPr userDrawn="1"/>
        </p:nvCxnSpPr>
        <p:spPr>
          <a:xfrm>
            <a:off x="5826000" y="4099086"/>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243776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50C1D561-971B-43DB-A5A7-63A887A0CA6B}"/>
              </a:ext>
            </a:extLst>
          </p:cNvPr>
          <p:cNvSpPr>
            <a:spLocks noGrp="1"/>
          </p:cNvSpPr>
          <p:nvPr>
            <p:ph type="title" hasCustomPrompt="1"/>
          </p:nvPr>
        </p:nvSpPr>
        <p:spPr>
          <a:xfrm>
            <a:off x="565150" y="548640"/>
            <a:ext cx="5486400" cy="1371600"/>
          </a:xfrm>
        </p:spPr>
        <p:txBody>
          <a:bodyPr anchor="b" anchorCtr="0">
            <a:noAutofit/>
          </a:bodyPr>
          <a:lstStyle>
            <a:lvl1pPr algn="ctr">
              <a:defRPr/>
            </a:lvl1pPr>
          </a:lstStyle>
          <a:p>
            <a:pPr algn="ctr"/>
            <a:r>
              <a:rPr lang="en-US" dirty="0"/>
              <a:t>Click to add title</a:t>
            </a:r>
          </a:p>
        </p:txBody>
      </p:sp>
      <p:cxnSp>
        <p:nvCxnSpPr>
          <p:cNvPr id="9" name="Straight Connector 8">
            <a:extLst>
              <a:ext uri="{FF2B5EF4-FFF2-40B4-BE49-F238E27FC236}">
                <a16:creationId xmlns:a16="http://schemas.microsoft.com/office/drawing/2014/main" id="{8CACFD68-412E-48B4-B9EB-FEDC20A81354}"/>
              </a:ext>
              <a:ext uri="{C183D7F6-B498-43B3-948B-1728B52AA6E4}">
                <adec:decorative xmlns:adec="http://schemas.microsoft.com/office/drawing/2017/decorative" val="1"/>
              </a:ext>
            </a:extLst>
          </p:cNvPr>
          <p:cNvCxnSpPr>
            <a:cxnSpLocks/>
          </p:cNvCxnSpPr>
          <p:nvPr userDrawn="1"/>
        </p:nvCxnSpPr>
        <p:spPr>
          <a:xfrm>
            <a:off x="3023391" y="2310207"/>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Content Placeholder 2">
            <a:extLst>
              <a:ext uri="{FF2B5EF4-FFF2-40B4-BE49-F238E27FC236}">
                <a16:creationId xmlns:a16="http://schemas.microsoft.com/office/drawing/2014/main" id="{4F0731E0-58E0-4382-ADA7-A9C6DE2E7E36}"/>
              </a:ext>
            </a:extLst>
          </p:cNvPr>
          <p:cNvSpPr>
            <a:spLocks noGrp="1"/>
          </p:cNvSpPr>
          <p:nvPr>
            <p:ph idx="1" hasCustomPrompt="1"/>
          </p:nvPr>
        </p:nvSpPr>
        <p:spPr>
          <a:xfrm>
            <a:off x="565149" y="2759076"/>
            <a:ext cx="5486399" cy="3009899"/>
          </a:xfrm>
        </p:spPr>
        <p:txBody>
          <a:bodyPr>
            <a:noAutofit/>
          </a:bodyPr>
          <a:lstStyle>
            <a:lvl1pPr>
              <a:lnSpc>
                <a:spcPct val="100000"/>
              </a:lnSpc>
              <a:spcBef>
                <a:spcPts val="1000"/>
              </a:spcBef>
              <a:defRPr sz="1800"/>
            </a:lvl1pPr>
            <a:lvl2pPr>
              <a:lnSpc>
                <a:spcPct val="100000"/>
              </a:lnSpc>
              <a:spcBef>
                <a:spcPts val="1000"/>
              </a:spcBef>
              <a:defRPr sz="1800"/>
            </a:lvl2pPr>
            <a:lvl3pPr>
              <a:lnSpc>
                <a:spcPct val="100000"/>
              </a:lnSpc>
              <a:spcBef>
                <a:spcPts val="1000"/>
              </a:spcBef>
              <a:defRPr sz="1600"/>
            </a:lvl3pPr>
            <a:lvl4pPr>
              <a:lnSpc>
                <a:spcPct val="100000"/>
              </a:lnSpc>
              <a:spcBef>
                <a:spcPts val="1000"/>
              </a:spcBef>
              <a:defRPr sz="1800"/>
            </a:lvl4pPr>
            <a:lvl5pPr>
              <a:lnSpc>
                <a:spcPct val="100000"/>
              </a:lnSpc>
              <a:spcBef>
                <a:spcPts val="1000"/>
              </a:spcBef>
              <a:defRPr sz="1800"/>
            </a:lvl5pPr>
            <a:lvl6pPr>
              <a:lnSpc>
                <a:spcPct val="100000"/>
              </a:lnSpc>
              <a:spcBef>
                <a:spcPts val="1000"/>
              </a:spcBef>
              <a:buClr>
                <a:schemeClr val="accent5"/>
              </a:buClr>
              <a:defRPr sz="1600"/>
            </a:lvl6pPr>
            <a:lvl7pPr>
              <a:buClr>
                <a:schemeClr val="accent5"/>
              </a:buClr>
              <a:defRPr/>
            </a:lvl7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a:p>
            <a:pPr lvl="5"/>
            <a:endParaRPr lang="en-US" dirty="0"/>
          </a:p>
          <a:p>
            <a:pPr lvl="2"/>
            <a:endParaRPr lang="en-US" dirty="0"/>
          </a:p>
        </p:txBody>
      </p:sp>
      <p:sp>
        <p:nvSpPr>
          <p:cNvPr id="11" name="Date Placeholder 3">
            <a:extLst>
              <a:ext uri="{FF2B5EF4-FFF2-40B4-BE49-F238E27FC236}">
                <a16:creationId xmlns:a16="http://schemas.microsoft.com/office/drawing/2014/main" id="{23D67752-1F0B-4C84-BBA7-A57E2793D918}"/>
              </a:ext>
            </a:extLst>
          </p:cNvPr>
          <p:cNvSpPr>
            <a:spLocks noGrp="1"/>
          </p:cNvSpPr>
          <p:nvPr>
            <p:ph type="dt" sz="half" idx="10"/>
          </p:nvPr>
        </p:nvSpPr>
        <p:spPr>
          <a:xfrm>
            <a:off x="541338" y="6401999"/>
            <a:ext cx="2206625" cy="369332"/>
          </a:xfrm>
        </p:spPr>
        <p:txBody>
          <a:bodyPr/>
          <a:lstStyle>
            <a:lvl1pPr>
              <a:defRPr/>
            </a:lvl1pPr>
          </a:lstStyle>
          <a:p>
            <a:pPr>
              <a:defRPr/>
            </a:pPr>
            <a:r>
              <a:rPr lang="en-US">
                <a:solidFill>
                  <a:prstClr val="white">
                    <a:alpha val="70000"/>
                  </a:prstClr>
                </a:solidFill>
              </a:rPr>
              <a:t>20XX</a:t>
            </a:r>
            <a:endParaRPr lang="en-US" dirty="0">
              <a:solidFill>
                <a:prstClr val="white">
                  <a:alpha val="70000"/>
                </a:prstClr>
              </a:solidFill>
            </a:endParaRPr>
          </a:p>
        </p:txBody>
      </p:sp>
      <p:sp>
        <p:nvSpPr>
          <p:cNvPr id="12" name="Rectangle 11">
            <a:extLst>
              <a:ext uri="{FF2B5EF4-FFF2-40B4-BE49-F238E27FC236}">
                <a16:creationId xmlns:a16="http://schemas.microsoft.com/office/drawing/2014/main" id="{FA4033A0-8E66-4ABA-9E27-744642AA948F}"/>
              </a:ext>
              <a:ext uri="{C183D7F6-B498-43B3-948B-1728B52AA6E4}">
                <adec:decorative xmlns:adec="http://schemas.microsoft.com/office/drawing/2017/decorative" val="1"/>
              </a:ext>
            </a:extLst>
          </p:cNvPr>
          <p:cNvSpPr/>
          <p:nvPr userDrawn="1"/>
        </p:nvSpPr>
        <p:spPr>
          <a:xfrm>
            <a:off x="6654794" y="0"/>
            <a:ext cx="5537206" cy="6858000"/>
          </a:xfrm>
          <a:prstGeom prst="rect">
            <a:avLst/>
          </a:prstGeom>
          <a:solidFill>
            <a:schemeClr val="bg1">
              <a:alpha val="2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alpha val="20000"/>
                </a:prstClr>
              </a:solidFill>
              <a:effectLst/>
              <a:uLnTx/>
              <a:uFillTx/>
              <a:latin typeface="Avenir Next LT Pro Light"/>
              <a:ea typeface="+mn-ea"/>
              <a:cs typeface="+mn-cs"/>
            </a:endParaRPr>
          </a:p>
        </p:txBody>
      </p:sp>
      <p:sp>
        <p:nvSpPr>
          <p:cNvPr id="15" name="Footer Placeholder 4">
            <a:extLst>
              <a:ext uri="{FF2B5EF4-FFF2-40B4-BE49-F238E27FC236}">
                <a16:creationId xmlns:a16="http://schemas.microsoft.com/office/drawing/2014/main" id="{E8E05746-2784-43CF-84F7-0175BD650240}"/>
              </a:ext>
            </a:extLst>
          </p:cNvPr>
          <p:cNvSpPr>
            <a:spLocks noGrp="1"/>
          </p:cNvSpPr>
          <p:nvPr>
            <p:ph type="ftr" sz="quarter" idx="11"/>
          </p:nvPr>
        </p:nvSpPr>
        <p:spPr>
          <a:xfrm>
            <a:off x="3308350" y="6401999"/>
            <a:ext cx="5575300" cy="369332"/>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all" spc="300" normalizeH="0" baseline="0" noProof="0" dirty="0">
              <a:ln>
                <a:noFill/>
              </a:ln>
              <a:solidFill>
                <a:prstClr val="white">
                  <a:alpha val="70000"/>
                </a:prstClr>
              </a:solidFill>
              <a:effectLst/>
              <a:uLnTx/>
              <a:uFillTx/>
              <a:latin typeface="Avenir Next LT Pro Light"/>
              <a:ea typeface="+mn-ea"/>
              <a:cs typeface="+mn-cs"/>
            </a:endParaRPr>
          </a:p>
        </p:txBody>
      </p:sp>
      <p:sp>
        <p:nvSpPr>
          <p:cNvPr id="16" name="Slide Number Placeholder 5">
            <a:extLst>
              <a:ext uri="{FF2B5EF4-FFF2-40B4-BE49-F238E27FC236}">
                <a16:creationId xmlns:a16="http://schemas.microsoft.com/office/drawing/2014/main" id="{BB851CC3-3ED8-49E8-B8AC-6D79B036F307}"/>
              </a:ext>
            </a:extLst>
          </p:cNvPr>
          <p:cNvSpPr>
            <a:spLocks noGrp="1"/>
          </p:cNvSpPr>
          <p:nvPr>
            <p:ph type="sldNum" sz="quarter" idx="12"/>
          </p:nvPr>
        </p:nvSpPr>
        <p:spPr>
          <a:xfrm>
            <a:off x="9442800" y="6401999"/>
            <a:ext cx="2208212" cy="369332"/>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9607A7-8386-47DB-8578-DDEDD194E5D4}" type="slidenum">
              <a:rPr kumimoji="0" lang="en-US" sz="1000" b="0" i="0" u="none" strike="noStrike" kern="1200" cap="all" spc="300" normalizeH="0" baseline="0" noProof="0" smtClean="0">
                <a:ln>
                  <a:noFill/>
                </a:ln>
                <a:solidFill>
                  <a:prstClr val="white">
                    <a:alpha val="70000"/>
                  </a:prstClr>
                </a:solidFill>
                <a:effectLst/>
                <a:uLnTx/>
                <a:uFillTx/>
                <a:latin typeface="Avenir Next LT Pro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all" spc="300" normalizeH="0" baseline="0" noProof="0" dirty="0">
              <a:ln>
                <a:noFill/>
              </a:ln>
              <a:solidFill>
                <a:prstClr val="white">
                  <a:alpha val="70000"/>
                </a:prstClr>
              </a:solidFill>
              <a:effectLst/>
              <a:uLnTx/>
              <a:uFillTx/>
              <a:latin typeface="Avenir Next LT Pro Light"/>
              <a:ea typeface="+mn-ea"/>
              <a:cs typeface="+mn-cs"/>
            </a:endParaRPr>
          </a:p>
        </p:txBody>
      </p:sp>
      <p:grpSp>
        <p:nvGrpSpPr>
          <p:cNvPr id="2" name="Group 1">
            <a:extLst>
              <a:ext uri="{FF2B5EF4-FFF2-40B4-BE49-F238E27FC236}">
                <a16:creationId xmlns:a16="http://schemas.microsoft.com/office/drawing/2014/main" id="{F6F0BC49-315A-CF7A-E741-A8688AF53E66}"/>
              </a:ext>
            </a:extLst>
          </p:cNvPr>
          <p:cNvGrpSpPr/>
          <p:nvPr userDrawn="1"/>
        </p:nvGrpSpPr>
        <p:grpSpPr>
          <a:xfrm>
            <a:off x="9728046" y="831278"/>
            <a:ext cx="1623711" cy="630920"/>
            <a:chOff x="9588346" y="4824892"/>
            <a:chExt cx="1623711" cy="630920"/>
          </a:xfrm>
        </p:grpSpPr>
        <p:sp>
          <p:nvSpPr>
            <p:cNvPr id="3" name="Freeform: Shape 15">
              <a:extLst>
                <a:ext uri="{FF2B5EF4-FFF2-40B4-BE49-F238E27FC236}">
                  <a16:creationId xmlns:a16="http://schemas.microsoft.com/office/drawing/2014/main" id="{3FCB73E1-B061-C75F-AB29-C27CA95E57A9}"/>
                </a:ext>
              </a:extLst>
            </p:cNvPr>
            <p:cNvSpPr/>
            <p:nvPr/>
          </p:nvSpPr>
          <p:spPr>
            <a:xfrm rot="2700000" flipH="1">
              <a:off x="10267789" y="4452443"/>
              <a:ext cx="571820" cy="1316717"/>
            </a:xfrm>
            <a:custGeom>
              <a:avLst/>
              <a:gdLst>
                <a:gd name="connsiteX0" fmla="*/ 282417 w 571820"/>
                <a:gd name="connsiteY0" fmla="*/ 0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17" fmla="*/ 282417 w 571820"/>
                <a:gd name="connsiteY17" fmla="*/ 6349 h 1316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71820" h="1316717">
                  <a:moveTo>
                    <a:pt x="282417" y="0"/>
                  </a:moveTo>
                  <a:lnTo>
                    <a:pt x="285910" y="3175"/>
                  </a:lnTo>
                  <a:lnTo>
                    <a:pt x="287393" y="1827"/>
                  </a:lnTo>
                  <a:lnTo>
                    <a:pt x="289403" y="0"/>
                  </a:lnTo>
                  <a:lnTo>
                    <a:pt x="289403" y="6349"/>
                  </a:lnTo>
                  <a:lnTo>
                    <a:pt x="309203" y="24345"/>
                  </a:lnTo>
                  <a:cubicBezTo>
                    <a:pt x="471461" y="186603"/>
                    <a:pt x="571820" y="410761"/>
                    <a:pt x="571820" y="658359"/>
                  </a:cubicBezTo>
                  <a:cubicBezTo>
                    <a:pt x="571820" y="905956"/>
                    <a:pt x="471461" y="1130114"/>
                    <a:pt x="309203" y="1292372"/>
                  </a:cubicBezTo>
                  <a:lnTo>
                    <a:pt x="289403" y="1310368"/>
                  </a:lnTo>
                  <a:lnTo>
                    <a:pt x="289403" y="1316717"/>
                  </a:lnTo>
                  <a:lnTo>
                    <a:pt x="287393" y="1314890"/>
                  </a:lnTo>
                  <a:lnTo>
                    <a:pt x="285910" y="1313542"/>
                  </a:lnTo>
                  <a:lnTo>
                    <a:pt x="282417" y="1316717"/>
                  </a:lnTo>
                  <a:lnTo>
                    <a:pt x="282417" y="1310367"/>
                  </a:lnTo>
                  <a:lnTo>
                    <a:pt x="262617" y="1292372"/>
                  </a:lnTo>
                  <a:cubicBezTo>
                    <a:pt x="100359" y="1130113"/>
                    <a:pt x="0" y="905956"/>
                    <a:pt x="0" y="658358"/>
                  </a:cubicBezTo>
                  <a:cubicBezTo>
                    <a:pt x="0" y="410761"/>
                    <a:pt x="100359" y="186603"/>
                    <a:pt x="262617" y="24345"/>
                  </a:cubicBezTo>
                  <a:lnTo>
                    <a:pt x="282417" y="6349"/>
                  </a:lnTo>
                  <a:close/>
                </a:path>
              </a:pathLst>
            </a:custGeom>
            <a:solidFill>
              <a:schemeClr val="accent4">
                <a:alpha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3">
              <a:extLst>
                <a:ext uri="{FF2B5EF4-FFF2-40B4-BE49-F238E27FC236}">
                  <a16:creationId xmlns:a16="http://schemas.microsoft.com/office/drawing/2014/main" id="{94A16F89-984C-DEA8-C894-E819A7646610}"/>
                </a:ext>
              </a:extLst>
            </p:cNvPr>
            <p:cNvGrpSpPr/>
            <p:nvPr/>
          </p:nvGrpSpPr>
          <p:grpSpPr>
            <a:xfrm rot="2700000" flipH="1">
              <a:off x="10112436" y="4359902"/>
              <a:ext cx="571820" cy="1620000"/>
              <a:chOff x="8482785" y="4330454"/>
              <a:chExt cx="571820" cy="1620000"/>
            </a:xfrm>
          </p:grpSpPr>
          <p:sp>
            <p:nvSpPr>
              <p:cNvPr id="5" name="Freeform: Shape 17">
                <a:extLst>
                  <a:ext uri="{FF2B5EF4-FFF2-40B4-BE49-F238E27FC236}">
                    <a16:creationId xmlns:a16="http://schemas.microsoft.com/office/drawing/2014/main" id="{0971E16B-8BBF-40B5-5862-FAAADBF530A0}"/>
                  </a:ext>
                </a:extLst>
              </p:cNvPr>
              <p:cNvSpPr/>
              <p:nvPr/>
            </p:nvSpPr>
            <p:spPr>
              <a:xfrm>
                <a:off x="8482785" y="4333632"/>
                <a:ext cx="571820" cy="1311956"/>
              </a:xfrm>
              <a:custGeom>
                <a:avLst/>
                <a:gdLst>
                  <a:gd name="connsiteX0" fmla="*/ 282417 w 571820"/>
                  <a:gd name="connsiteY0" fmla="*/ 0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17" fmla="*/ 282417 w 571820"/>
                  <a:gd name="connsiteY17" fmla="*/ 6349 h 1316717"/>
                  <a:gd name="connsiteX0" fmla="*/ 282417 w 571820"/>
                  <a:gd name="connsiteY0" fmla="*/ 6349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17" fmla="*/ 282417 w 571820"/>
                  <a:gd name="connsiteY17" fmla="*/ 6349 h 1316717"/>
                  <a:gd name="connsiteX0" fmla="*/ 262617 w 571820"/>
                  <a:gd name="connsiteY0" fmla="*/ 24345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0" fmla="*/ 262617 w 571820"/>
                  <a:gd name="connsiteY0" fmla="*/ 24345 h 1316717"/>
                  <a:gd name="connsiteX1" fmla="*/ 285910 w 571820"/>
                  <a:gd name="connsiteY1" fmla="*/ 3175 h 1316717"/>
                  <a:gd name="connsiteX2" fmla="*/ 287393 w 571820"/>
                  <a:gd name="connsiteY2" fmla="*/ 1827 h 1316717"/>
                  <a:gd name="connsiteX3" fmla="*/ 289403 w 571820"/>
                  <a:gd name="connsiteY3" fmla="*/ 0 h 1316717"/>
                  <a:gd name="connsiteX4" fmla="*/ 309203 w 571820"/>
                  <a:gd name="connsiteY4" fmla="*/ 24345 h 1316717"/>
                  <a:gd name="connsiteX5" fmla="*/ 571820 w 571820"/>
                  <a:gd name="connsiteY5" fmla="*/ 658359 h 1316717"/>
                  <a:gd name="connsiteX6" fmla="*/ 309203 w 571820"/>
                  <a:gd name="connsiteY6" fmla="*/ 1292372 h 1316717"/>
                  <a:gd name="connsiteX7" fmla="*/ 289403 w 571820"/>
                  <a:gd name="connsiteY7" fmla="*/ 1310368 h 1316717"/>
                  <a:gd name="connsiteX8" fmla="*/ 289403 w 571820"/>
                  <a:gd name="connsiteY8" fmla="*/ 1316717 h 1316717"/>
                  <a:gd name="connsiteX9" fmla="*/ 287393 w 571820"/>
                  <a:gd name="connsiteY9" fmla="*/ 1314890 h 1316717"/>
                  <a:gd name="connsiteX10" fmla="*/ 285910 w 571820"/>
                  <a:gd name="connsiteY10" fmla="*/ 1313542 h 1316717"/>
                  <a:gd name="connsiteX11" fmla="*/ 282417 w 571820"/>
                  <a:gd name="connsiteY11" fmla="*/ 1316717 h 1316717"/>
                  <a:gd name="connsiteX12" fmla="*/ 282417 w 571820"/>
                  <a:gd name="connsiteY12" fmla="*/ 1310367 h 1316717"/>
                  <a:gd name="connsiteX13" fmla="*/ 262617 w 571820"/>
                  <a:gd name="connsiteY13" fmla="*/ 1292372 h 1316717"/>
                  <a:gd name="connsiteX14" fmla="*/ 0 w 571820"/>
                  <a:gd name="connsiteY14" fmla="*/ 658358 h 1316717"/>
                  <a:gd name="connsiteX15" fmla="*/ 262617 w 571820"/>
                  <a:gd name="connsiteY15" fmla="*/ 24345 h 1316717"/>
                  <a:gd name="connsiteX0" fmla="*/ 262617 w 571820"/>
                  <a:gd name="connsiteY0" fmla="*/ 22518 h 1314890"/>
                  <a:gd name="connsiteX1" fmla="*/ 285910 w 571820"/>
                  <a:gd name="connsiteY1" fmla="*/ 1348 h 1314890"/>
                  <a:gd name="connsiteX2" fmla="*/ 287393 w 571820"/>
                  <a:gd name="connsiteY2" fmla="*/ 0 h 1314890"/>
                  <a:gd name="connsiteX3" fmla="*/ 309203 w 571820"/>
                  <a:gd name="connsiteY3" fmla="*/ 22518 h 1314890"/>
                  <a:gd name="connsiteX4" fmla="*/ 571820 w 571820"/>
                  <a:gd name="connsiteY4" fmla="*/ 656532 h 1314890"/>
                  <a:gd name="connsiteX5" fmla="*/ 309203 w 571820"/>
                  <a:gd name="connsiteY5" fmla="*/ 1290545 h 1314890"/>
                  <a:gd name="connsiteX6" fmla="*/ 289403 w 571820"/>
                  <a:gd name="connsiteY6" fmla="*/ 1308541 h 1314890"/>
                  <a:gd name="connsiteX7" fmla="*/ 289403 w 571820"/>
                  <a:gd name="connsiteY7" fmla="*/ 1314890 h 1314890"/>
                  <a:gd name="connsiteX8" fmla="*/ 287393 w 571820"/>
                  <a:gd name="connsiteY8" fmla="*/ 1313063 h 1314890"/>
                  <a:gd name="connsiteX9" fmla="*/ 285910 w 571820"/>
                  <a:gd name="connsiteY9" fmla="*/ 1311715 h 1314890"/>
                  <a:gd name="connsiteX10" fmla="*/ 282417 w 571820"/>
                  <a:gd name="connsiteY10" fmla="*/ 1314890 h 1314890"/>
                  <a:gd name="connsiteX11" fmla="*/ 282417 w 571820"/>
                  <a:gd name="connsiteY11" fmla="*/ 1308540 h 1314890"/>
                  <a:gd name="connsiteX12" fmla="*/ 262617 w 571820"/>
                  <a:gd name="connsiteY12" fmla="*/ 1290545 h 1314890"/>
                  <a:gd name="connsiteX13" fmla="*/ 0 w 571820"/>
                  <a:gd name="connsiteY13" fmla="*/ 656531 h 1314890"/>
                  <a:gd name="connsiteX14" fmla="*/ 262617 w 571820"/>
                  <a:gd name="connsiteY14" fmla="*/ 22518 h 1314890"/>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85910 w 571820"/>
                  <a:gd name="connsiteY8" fmla="*/ 1310367 h 1313542"/>
                  <a:gd name="connsiteX9" fmla="*/ 282417 w 571820"/>
                  <a:gd name="connsiteY9" fmla="*/ 1313542 h 1313542"/>
                  <a:gd name="connsiteX10" fmla="*/ 282417 w 571820"/>
                  <a:gd name="connsiteY10" fmla="*/ 1307192 h 1313542"/>
                  <a:gd name="connsiteX11" fmla="*/ 262617 w 571820"/>
                  <a:gd name="connsiteY11" fmla="*/ 1289197 h 1313542"/>
                  <a:gd name="connsiteX12" fmla="*/ 0 w 571820"/>
                  <a:gd name="connsiteY12" fmla="*/ 655183 h 1313542"/>
                  <a:gd name="connsiteX13" fmla="*/ 262617 w 571820"/>
                  <a:gd name="connsiteY13"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85910 w 571820"/>
                  <a:gd name="connsiteY8" fmla="*/ 1310367 h 1313542"/>
                  <a:gd name="connsiteX9" fmla="*/ 282417 w 571820"/>
                  <a:gd name="connsiteY9" fmla="*/ 1313542 h 1313542"/>
                  <a:gd name="connsiteX10" fmla="*/ 262617 w 571820"/>
                  <a:gd name="connsiteY10" fmla="*/ 1289197 h 1313542"/>
                  <a:gd name="connsiteX11" fmla="*/ 0 w 571820"/>
                  <a:gd name="connsiteY11" fmla="*/ 655183 h 1313542"/>
                  <a:gd name="connsiteX12" fmla="*/ 262617 w 571820"/>
                  <a:gd name="connsiteY12"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85910 w 571820"/>
                  <a:gd name="connsiteY8" fmla="*/ 1310367 h 1313542"/>
                  <a:gd name="connsiteX9" fmla="*/ 262617 w 571820"/>
                  <a:gd name="connsiteY9" fmla="*/ 1289197 h 1313542"/>
                  <a:gd name="connsiteX10" fmla="*/ 0 w 571820"/>
                  <a:gd name="connsiteY10" fmla="*/ 655183 h 1313542"/>
                  <a:gd name="connsiteX11" fmla="*/ 262617 w 571820"/>
                  <a:gd name="connsiteY11"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62617 w 571820"/>
                  <a:gd name="connsiteY8" fmla="*/ 1289197 h 1313542"/>
                  <a:gd name="connsiteX9" fmla="*/ 0 w 571820"/>
                  <a:gd name="connsiteY9" fmla="*/ 655183 h 1313542"/>
                  <a:gd name="connsiteX10" fmla="*/ 262617 w 571820"/>
                  <a:gd name="connsiteY10"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62617 w 571820"/>
                  <a:gd name="connsiteY7" fmla="*/ 1289197 h 1313542"/>
                  <a:gd name="connsiteX8" fmla="*/ 0 w 571820"/>
                  <a:gd name="connsiteY8" fmla="*/ 655183 h 1313542"/>
                  <a:gd name="connsiteX9" fmla="*/ 262617 w 571820"/>
                  <a:gd name="connsiteY9" fmla="*/ 21170 h 1313542"/>
                  <a:gd name="connsiteX0" fmla="*/ 262617 w 571820"/>
                  <a:gd name="connsiteY0" fmla="*/ 21170 h 1364739"/>
                  <a:gd name="connsiteX1" fmla="*/ 285910 w 571820"/>
                  <a:gd name="connsiteY1" fmla="*/ 0 h 1364739"/>
                  <a:gd name="connsiteX2" fmla="*/ 309203 w 571820"/>
                  <a:gd name="connsiteY2" fmla="*/ 21170 h 1364739"/>
                  <a:gd name="connsiteX3" fmla="*/ 571820 w 571820"/>
                  <a:gd name="connsiteY3" fmla="*/ 655184 h 1364739"/>
                  <a:gd name="connsiteX4" fmla="*/ 309203 w 571820"/>
                  <a:gd name="connsiteY4" fmla="*/ 1289197 h 1364739"/>
                  <a:gd name="connsiteX5" fmla="*/ 289403 w 571820"/>
                  <a:gd name="connsiteY5" fmla="*/ 1307193 h 1364739"/>
                  <a:gd name="connsiteX6" fmla="*/ 177485 w 571820"/>
                  <a:gd name="connsiteY6" fmla="*/ 1364739 h 1364739"/>
                  <a:gd name="connsiteX7" fmla="*/ 262617 w 571820"/>
                  <a:gd name="connsiteY7" fmla="*/ 1289197 h 1364739"/>
                  <a:gd name="connsiteX8" fmla="*/ 0 w 571820"/>
                  <a:gd name="connsiteY8" fmla="*/ 655183 h 1364739"/>
                  <a:gd name="connsiteX9" fmla="*/ 262617 w 571820"/>
                  <a:gd name="connsiteY9" fmla="*/ 21170 h 1364739"/>
                  <a:gd name="connsiteX0" fmla="*/ 262617 w 571820"/>
                  <a:gd name="connsiteY0" fmla="*/ 21170 h 1364739"/>
                  <a:gd name="connsiteX1" fmla="*/ 285910 w 571820"/>
                  <a:gd name="connsiteY1" fmla="*/ 0 h 1364739"/>
                  <a:gd name="connsiteX2" fmla="*/ 309203 w 571820"/>
                  <a:gd name="connsiteY2" fmla="*/ 21170 h 1364739"/>
                  <a:gd name="connsiteX3" fmla="*/ 571820 w 571820"/>
                  <a:gd name="connsiteY3" fmla="*/ 655184 h 1364739"/>
                  <a:gd name="connsiteX4" fmla="*/ 309203 w 571820"/>
                  <a:gd name="connsiteY4" fmla="*/ 1289197 h 1364739"/>
                  <a:gd name="connsiteX5" fmla="*/ 285832 w 571820"/>
                  <a:gd name="connsiteY5" fmla="*/ 1311956 h 1364739"/>
                  <a:gd name="connsiteX6" fmla="*/ 177485 w 571820"/>
                  <a:gd name="connsiteY6" fmla="*/ 1364739 h 1364739"/>
                  <a:gd name="connsiteX7" fmla="*/ 262617 w 571820"/>
                  <a:gd name="connsiteY7" fmla="*/ 1289197 h 1364739"/>
                  <a:gd name="connsiteX8" fmla="*/ 0 w 571820"/>
                  <a:gd name="connsiteY8" fmla="*/ 655183 h 1364739"/>
                  <a:gd name="connsiteX9" fmla="*/ 262617 w 571820"/>
                  <a:gd name="connsiteY9" fmla="*/ 21170 h 1364739"/>
                  <a:gd name="connsiteX0" fmla="*/ 262617 w 571820"/>
                  <a:gd name="connsiteY0" fmla="*/ 21170 h 1311956"/>
                  <a:gd name="connsiteX1" fmla="*/ 285910 w 571820"/>
                  <a:gd name="connsiteY1" fmla="*/ 0 h 1311956"/>
                  <a:gd name="connsiteX2" fmla="*/ 309203 w 571820"/>
                  <a:gd name="connsiteY2" fmla="*/ 21170 h 1311956"/>
                  <a:gd name="connsiteX3" fmla="*/ 571820 w 571820"/>
                  <a:gd name="connsiteY3" fmla="*/ 655184 h 1311956"/>
                  <a:gd name="connsiteX4" fmla="*/ 309203 w 571820"/>
                  <a:gd name="connsiteY4" fmla="*/ 1289197 h 1311956"/>
                  <a:gd name="connsiteX5" fmla="*/ 285832 w 571820"/>
                  <a:gd name="connsiteY5" fmla="*/ 1311956 h 1311956"/>
                  <a:gd name="connsiteX6" fmla="*/ 262617 w 571820"/>
                  <a:gd name="connsiteY6" fmla="*/ 1289197 h 1311956"/>
                  <a:gd name="connsiteX7" fmla="*/ 0 w 571820"/>
                  <a:gd name="connsiteY7" fmla="*/ 655183 h 1311956"/>
                  <a:gd name="connsiteX8" fmla="*/ 262617 w 571820"/>
                  <a:gd name="connsiteY8" fmla="*/ 21170 h 1311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1820" h="1311956">
                    <a:moveTo>
                      <a:pt x="262617" y="21170"/>
                    </a:moveTo>
                    <a:lnTo>
                      <a:pt x="285910" y="0"/>
                    </a:lnTo>
                    <a:lnTo>
                      <a:pt x="309203" y="21170"/>
                    </a:lnTo>
                    <a:cubicBezTo>
                      <a:pt x="471461" y="183428"/>
                      <a:pt x="571820" y="407586"/>
                      <a:pt x="571820" y="655184"/>
                    </a:cubicBezTo>
                    <a:cubicBezTo>
                      <a:pt x="571820" y="902781"/>
                      <a:pt x="471461" y="1126939"/>
                      <a:pt x="309203" y="1289197"/>
                    </a:cubicBezTo>
                    <a:lnTo>
                      <a:pt x="285832" y="1311956"/>
                    </a:lnTo>
                    <a:lnTo>
                      <a:pt x="262617" y="1289197"/>
                    </a:lnTo>
                    <a:cubicBezTo>
                      <a:pt x="100359" y="1126938"/>
                      <a:pt x="0" y="902781"/>
                      <a:pt x="0" y="655183"/>
                    </a:cubicBezTo>
                    <a:cubicBezTo>
                      <a:pt x="0" y="407586"/>
                      <a:pt x="100359" y="183428"/>
                      <a:pt x="262617" y="21170"/>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6" name="Straight Connector 5">
                <a:extLst>
                  <a:ext uri="{FF2B5EF4-FFF2-40B4-BE49-F238E27FC236}">
                    <a16:creationId xmlns:a16="http://schemas.microsoft.com/office/drawing/2014/main" id="{C1D464A1-0F6B-3CEE-8719-573F89E87B36}"/>
                  </a:ext>
                </a:extLst>
              </p:cNvPr>
              <p:cNvCxnSpPr>
                <a:cxnSpLocks/>
              </p:cNvCxnSpPr>
              <p:nvPr/>
            </p:nvCxnSpPr>
            <p:spPr>
              <a:xfrm>
                <a:off x="8768695" y="4330454"/>
                <a:ext cx="0" cy="162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8784132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Section Break 1">
    <p:spTree>
      <p:nvGrpSpPr>
        <p:cNvPr id="1" name=""/>
        <p:cNvGrpSpPr/>
        <p:nvPr/>
      </p:nvGrpSpPr>
      <p:grpSpPr>
        <a:xfrm>
          <a:off x="0" y="0"/>
          <a:ext cx="0" cy="0"/>
          <a:chOff x="0" y="0"/>
          <a:chExt cx="0" cy="0"/>
        </a:xfrm>
      </p:grpSpPr>
      <p:sp>
        <p:nvSpPr>
          <p:cNvPr id="9" name="Title 6">
            <a:extLst>
              <a:ext uri="{FF2B5EF4-FFF2-40B4-BE49-F238E27FC236}">
                <a16:creationId xmlns:a16="http://schemas.microsoft.com/office/drawing/2014/main" id="{D0C49A9B-EBDE-4047-884B-0860623D6391}"/>
              </a:ext>
            </a:extLst>
          </p:cNvPr>
          <p:cNvSpPr>
            <a:spLocks noGrp="1"/>
          </p:cNvSpPr>
          <p:nvPr>
            <p:ph type="ctrTitle" hasCustomPrompt="1"/>
          </p:nvPr>
        </p:nvSpPr>
        <p:spPr>
          <a:xfrm>
            <a:off x="1085851" y="2165174"/>
            <a:ext cx="6118224" cy="1554480"/>
          </a:xfrm>
        </p:spPr>
        <p:txBody>
          <a:bodyPr anchor="b">
            <a:noAutofit/>
          </a:bodyPr>
          <a:lstStyle>
            <a:lvl1pPr algn="ctr">
              <a:defRPr/>
            </a:lvl1pPr>
          </a:lstStyle>
          <a:p>
            <a:r>
              <a:rPr lang="en-US" dirty="0"/>
              <a:t>Click to add title</a:t>
            </a:r>
          </a:p>
        </p:txBody>
      </p:sp>
      <p:sp>
        <p:nvSpPr>
          <p:cNvPr id="35" name="Picture Placeholder 31">
            <a:extLst>
              <a:ext uri="{FF2B5EF4-FFF2-40B4-BE49-F238E27FC236}">
                <a16:creationId xmlns:a16="http://schemas.microsoft.com/office/drawing/2014/main" id="{99CD77F7-3095-4517-B300-DE93875DE53E}"/>
              </a:ext>
            </a:extLst>
          </p:cNvPr>
          <p:cNvSpPr>
            <a:spLocks noGrp="1"/>
          </p:cNvSpPr>
          <p:nvPr>
            <p:ph type="pic" sz="quarter" idx="13" hasCustomPrompt="1"/>
          </p:nvPr>
        </p:nvSpPr>
        <p:spPr>
          <a:xfrm>
            <a:off x="8329613" y="0"/>
            <a:ext cx="3862387" cy="2286000"/>
          </a:xfrm>
        </p:spPr>
        <p:txBody>
          <a:bodyPr>
            <a:normAutofit/>
          </a:bodyPr>
          <a:lstStyle>
            <a:lvl1pPr marL="0" indent="0" algn="ctr">
              <a:buNone/>
              <a:defRPr sz="1800"/>
            </a:lvl1pPr>
          </a:lstStyle>
          <a:p>
            <a:r>
              <a:rPr lang="en-US" dirty="0"/>
              <a:t>Click icon to add photo</a:t>
            </a:r>
          </a:p>
        </p:txBody>
      </p:sp>
      <p:sp>
        <p:nvSpPr>
          <p:cNvPr id="36" name="Picture Placeholder 31">
            <a:extLst>
              <a:ext uri="{FF2B5EF4-FFF2-40B4-BE49-F238E27FC236}">
                <a16:creationId xmlns:a16="http://schemas.microsoft.com/office/drawing/2014/main" id="{F31ECFCC-4520-48AB-A8A1-AF9FC0C055B8}"/>
              </a:ext>
            </a:extLst>
          </p:cNvPr>
          <p:cNvSpPr>
            <a:spLocks noGrp="1"/>
          </p:cNvSpPr>
          <p:nvPr>
            <p:ph type="pic" sz="quarter" idx="14" hasCustomPrompt="1"/>
          </p:nvPr>
        </p:nvSpPr>
        <p:spPr>
          <a:xfrm>
            <a:off x="8329200" y="2286000"/>
            <a:ext cx="3862387" cy="2286000"/>
          </a:xfrm>
        </p:spPr>
        <p:txBody>
          <a:bodyPr>
            <a:normAutofit/>
          </a:bodyPr>
          <a:lstStyle>
            <a:lvl1pPr marL="0" indent="0" algn="ctr">
              <a:buNone/>
              <a:defRPr sz="1800"/>
            </a:lvl1pPr>
          </a:lstStyle>
          <a:p>
            <a:r>
              <a:rPr lang="en-US" dirty="0"/>
              <a:t>Click icon to add photo</a:t>
            </a:r>
          </a:p>
        </p:txBody>
      </p:sp>
      <p:sp>
        <p:nvSpPr>
          <p:cNvPr id="37" name="Picture Placeholder 31">
            <a:extLst>
              <a:ext uri="{FF2B5EF4-FFF2-40B4-BE49-F238E27FC236}">
                <a16:creationId xmlns:a16="http://schemas.microsoft.com/office/drawing/2014/main" id="{0FDBD13C-46E7-4BB9-957D-DE2A5925521A}"/>
              </a:ext>
            </a:extLst>
          </p:cNvPr>
          <p:cNvSpPr>
            <a:spLocks noGrp="1"/>
          </p:cNvSpPr>
          <p:nvPr>
            <p:ph type="pic" sz="quarter" idx="15" hasCustomPrompt="1"/>
          </p:nvPr>
        </p:nvSpPr>
        <p:spPr>
          <a:xfrm>
            <a:off x="8329200" y="4572000"/>
            <a:ext cx="3862387" cy="2286000"/>
          </a:xfrm>
        </p:spPr>
        <p:txBody>
          <a:bodyPr>
            <a:normAutofit/>
          </a:bodyPr>
          <a:lstStyle>
            <a:lvl1pPr marL="0" indent="0" algn="ctr">
              <a:buNone/>
              <a:defRPr sz="1800"/>
            </a:lvl1pPr>
          </a:lstStyle>
          <a:p>
            <a:r>
              <a:rPr lang="en-US" dirty="0"/>
              <a:t>Click icon to add photo</a:t>
            </a:r>
          </a:p>
        </p:txBody>
      </p:sp>
      <p:grpSp>
        <p:nvGrpSpPr>
          <p:cNvPr id="12" name="Group 11">
            <a:extLst>
              <a:ext uri="{FF2B5EF4-FFF2-40B4-BE49-F238E27FC236}">
                <a16:creationId xmlns:a16="http://schemas.microsoft.com/office/drawing/2014/main" id="{85B40728-32E0-44CE-8C68-1E68245C2999}"/>
              </a:ext>
              <a:ext uri="{C183D7F6-B498-43B3-948B-1728B52AA6E4}">
                <adec:decorative xmlns:adec="http://schemas.microsoft.com/office/drawing/2017/decorative" val="1"/>
              </a:ext>
            </a:extLst>
          </p:cNvPr>
          <p:cNvGrpSpPr/>
          <p:nvPr userDrawn="1"/>
        </p:nvGrpSpPr>
        <p:grpSpPr>
          <a:xfrm>
            <a:off x="3400874" y="4194521"/>
            <a:ext cx="1481845" cy="787628"/>
            <a:chOff x="4987925" y="2840038"/>
            <a:chExt cx="2216150" cy="1177924"/>
          </a:xfrm>
        </p:grpSpPr>
        <p:sp>
          <p:nvSpPr>
            <p:cNvPr id="13" name="Rectangle 12">
              <a:extLst>
                <a:ext uri="{FF2B5EF4-FFF2-40B4-BE49-F238E27FC236}">
                  <a16:creationId xmlns:a16="http://schemas.microsoft.com/office/drawing/2014/main" id="{40A6D99A-68F3-4E08-BB89-083CE0299CE2}"/>
                </a:ext>
              </a:extLst>
            </p:cNvPr>
            <p:cNvSpPr/>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sp>
          <p:nvSpPr>
            <p:cNvPr id="14" name="Rectangle 13">
              <a:extLst>
                <a:ext uri="{FF2B5EF4-FFF2-40B4-BE49-F238E27FC236}">
                  <a16:creationId xmlns:a16="http://schemas.microsoft.com/office/drawing/2014/main" id="{8B4F5556-21F4-4E26-9504-49ADE7D84749}"/>
                </a:ext>
              </a:extLst>
            </p:cNvPr>
            <p:cNvSpPr/>
            <p:nvPr/>
          </p:nvSpPr>
          <p:spPr>
            <a:xfrm>
              <a:off x="5750208" y="2992877"/>
              <a:ext cx="972458" cy="919518"/>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sp>
          <p:nvSpPr>
            <p:cNvPr id="15" name="Rectangle 14">
              <a:extLst>
                <a:ext uri="{FF2B5EF4-FFF2-40B4-BE49-F238E27FC236}">
                  <a16:creationId xmlns:a16="http://schemas.microsoft.com/office/drawing/2014/main" id="{E0E1118C-DFA4-410C-961C-BE0488441C9A}"/>
                </a:ext>
              </a:extLst>
            </p:cNvPr>
            <p:cNvSpPr/>
            <p:nvPr/>
          </p:nvSpPr>
          <p:spPr>
            <a:xfrm flipH="1">
              <a:off x="5469335" y="2992877"/>
              <a:ext cx="972458" cy="919518"/>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grpSp>
          <p:nvGrpSpPr>
            <p:cNvPr id="16" name="Group 15">
              <a:extLst>
                <a:ext uri="{FF2B5EF4-FFF2-40B4-BE49-F238E27FC236}">
                  <a16:creationId xmlns:a16="http://schemas.microsoft.com/office/drawing/2014/main" id="{B5A8ECE6-B3E3-4761-A6AD-711AF71EEA0D}"/>
                </a:ext>
              </a:extLst>
            </p:cNvPr>
            <p:cNvGrpSpPr/>
            <p:nvPr/>
          </p:nvGrpSpPr>
          <p:grpSpPr>
            <a:xfrm>
              <a:off x="5614944" y="3117662"/>
              <a:ext cx="1009280" cy="464739"/>
              <a:chOff x="4432859" y="3200647"/>
              <a:chExt cx="1009280" cy="464739"/>
            </a:xfrm>
          </p:grpSpPr>
          <p:sp>
            <p:nvSpPr>
              <p:cNvPr id="24" name="Freeform: Shape 23">
                <a:extLst>
                  <a:ext uri="{FF2B5EF4-FFF2-40B4-BE49-F238E27FC236}">
                    <a16:creationId xmlns:a16="http://schemas.microsoft.com/office/drawing/2014/main" id="{5B1F0E3F-4B5E-4F5B-93A6-CE1017521BF1}"/>
                  </a:ext>
                </a:extLst>
              </p:cNvPr>
              <p:cNvSpPr/>
              <p:nvPr/>
            </p:nvSpPr>
            <p:spPr>
              <a:xfrm rot="16200000" flipH="1" flipV="1">
                <a:off x="4977400" y="3200647"/>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sp>
            <p:nvSpPr>
              <p:cNvPr id="25" name="Freeform: Shape 24">
                <a:extLst>
                  <a:ext uri="{FF2B5EF4-FFF2-40B4-BE49-F238E27FC236}">
                    <a16:creationId xmlns:a16="http://schemas.microsoft.com/office/drawing/2014/main" id="{B20599F0-ACFC-4223-A598-8FFAF21406AB}"/>
                  </a:ext>
                </a:extLst>
              </p:cNvPr>
              <p:cNvSpPr/>
              <p:nvPr/>
            </p:nvSpPr>
            <p:spPr>
              <a:xfrm rot="5400000" flipV="1">
                <a:off x="4432859" y="3200647"/>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grpSp>
        <p:grpSp>
          <p:nvGrpSpPr>
            <p:cNvPr id="17" name="Group 16">
              <a:extLst>
                <a:ext uri="{FF2B5EF4-FFF2-40B4-BE49-F238E27FC236}">
                  <a16:creationId xmlns:a16="http://schemas.microsoft.com/office/drawing/2014/main" id="{C6703144-DA66-4EFB-B790-4E044756FF37}"/>
                </a:ext>
              </a:extLst>
            </p:cNvPr>
            <p:cNvGrpSpPr/>
            <p:nvPr/>
          </p:nvGrpSpPr>
          <p:grpSpPr>
            <a:xfrm>
              <a:off x="5679979" y="2915338"/>
              <a:ext cx="1080000" cy="1080000"/>
              <a:chOff x="4497894" y="2998323"/>
              <a:chExt cx="1080000" cy="1080000"/>
            </a:xfrm>
          </p:grpSpPr>
          <p:grpSp>
            <p:nvGrpSpPr>
              <p:cNvPr id="18" name="Group 17">
                <a:extLst>
                  <a:ext uri="{FF2B5EF4-FFF2-40B4-BE49-F238E27FC236}">
                    <a16:creationId xmlns:a16="http://schemas.microsoft.com/office/drawing/2014/main" id="{63371BE5-97EB-4365-8EDA-4C634155E79F}"/>
                  </a:ext>
                </a:extLst>
              </p:cNvPr>
              <p:cNvGrpSpPr/>
              <p:nvPr/>
            </p:nvGrpSpPr>
            <p:grpSpPr>
              <a:xfrm rot="13500000">
                <a:off x="4805524" y="2998323"/>
                <a:ext cx="464739" cy="1080000"/>
                <a:chOff x="4511184" y="2470620"/>
                <a:chExt cx="464739" cy="1080000"/>
              </a:xfrm>
            </p:grpSpPr>
            <p:sp>
              <p:nvSpPr>
                <p:cNvPr id="22" name="Freeform: Shape 21">
                  <a:extLst>
                    <a:ext uri="{FF2B5EF4-FFF2-40B4-BE49-F238E27FC236}">
                      <a16:creationId xmlns:a16="http://schemas.microsoft.com/office/drawing/2014/main" id="{533C4D53-A668-4609-B338-E2D33C24A811}"/>
                    </a:ext>
                  </a:extLst>
                </p:cNvPr>
                <p:cNvSpPr/>
                <p:nvPr/>
              </p:nvSpPr>
              <p:spPr>
                <a:xfrm rot="2700000" flipH="1" flipV="1">
                  <a:off x="4511184" y="2990814"/>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cxnSp>
              <p:nvCxnSpPr>
                <p:cNvPr id="23" name="Straight Connector 22">
                  <a:extLst>
                    <a:ext uri="{FF2B5EF4-FFF2-40B4-BE49-F238E27FC236}">
                      <a16:creationId xmlns:a16="http://schemas.microsoft.com/office/drawing/2014/main" id="{A487C5A9-C4B3-4A68-8DFB-43F4CDB4073A}"/>
                    </a:ext>
                  </a:extLst>
                </p:cNvPr>
                <p:cNvCxnSpPr>
                  <a:cxnSpLocks/>
                </p:cNvCxnSpPr>
                <p:nvPr/>
              </p:nvCxnSpPr>
              <p:spPr>
                <a:xfrm flipV="1">
                  <a:off x="4742369" y="2470620"/>
                  <a:ext cx="0" cy="108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9" name="Group 18">
                <a:extLst>
                  <a:ext uri="{FF2B5EF4-FFF2-40B4-BE49-F238E27FC236}">
                    <a16:creationId xmlns:a16="http://schemas.microsoft.com/office/drawing/2014/main" id="{82E4A2F3-57A7-4529-A621-A36F1E777A4E}"/>
                  </a:ext>
                </a:extLst>
              </p:cNvPr>
              <p:cNvGrpSpPr/>
              <p:nvPr/>
            </p:nvGrpSpPr>
            <p:grpSpPr>
              <a:xfrm rot="8100000" flipH="1">
                <a:off x="4542572" y="2998323"/>
                <a:ext cx="464739" cy="1080000"/>
                <a:chOff x="4511184" y="2470620"/>
                <a:chExt cx="464739" cy="1080000"/>
              </a:xfrm>
            </p:grpSpPr>
            <p:sp>
              <p:nvSpPr>
                <p:cNvPr id="20" name="Freeform: Shape 19">
                  <a:extLst>
                    <a:ext uri="{FF2B5EF4-FFF2-40B4-BE49-F238E27FC236}">
                      <a16:creationId xmlns:a16="http://schemas.microsoft.com/office/drawing/2014/main" id="{1482263E-6A78-46B7-8AB8-845C9C9103B4}"/>
                    </a:ext>
                  </a:extLst>
                </p:cNvPr>
                <p:cNvSpPr/>
                <p:nvPr/>
              </p:nvSpPr>
              <p:spPr>
                <a:xfrm rot="2700000" flipH="1" flipV="1">
                  <a:off x="4511184" y="2990814"/>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cxnSp>
              <p:nvCxnSpPr>
                <p:cNvPr id="21" name="Straight Connector 20">
                  <a:extLst>
                    <a:ext uri="{FF2B5EF4-FFF2-40B4-BE49-F238E27FC236}">
                      <a16:creationId xmlns:a16="http://schemas.microsoft.com/office/drawing/2014/main" id="{3C7B34F9-7954-4950-ABEA-DDBFF4A4CC92}"/>
                    </a:ext>
                  </a:extLst>
                </p:cNvPr>
                <p:cNvCxnSpPr>
                  <a:cxnSpLocks/>
                </p:cNvCxnSpPr>
                <p:nvPr/>
              </p:nvCxnSpPr>
              <p:spPr>
                <a:xfrm flipV="1">
                  <a:off x="4742369" y="2470620"/>
                  <a:ext cx="0" cy="108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spTree>
    <p:extLst>
      <p:ext uri="{BB962C8B-B14F-4D97-AF65-F5344CB8AC3E}">
        <p14:creationId xmlns:p14="http://schemas.microsoft.com/office/powerpoint/2010/main" val="19127138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0C47B699-08C0-4851-8BAE-384C14E4E049}"/>
              </a:ext>
            </a:extLst>
          </p:cNvPr>
          <p:cNvSpPr>
            <a:spLocks noGrp="1"/>
          </p:cNvSpPr>
          <p:nvPr>
            <p:ph type="ctrTitle" hasCustomPrompt="1"/>
          </p:nvPr>
        </p:nvSpPr>
        <p:spPr>
          <a:xfrm>
            <a:off x="7766050" y="1079500"/>
            <a:ext cx="3884962" cy="2138400"/>
          </a:xfrm>
        </p:spPr>
        <p:txBody>
          <a:bodyPr anchor="b">
            <a:noAutofit/>
          </a:bodyPr>
          <a:lstStyle>
            <a:lvl1pPr algn="ctr">
              <a:defRPr/>
            </a:lvl1pPr>
          </a:lstStyle>
          <a:p>
            <a:r>
              <a:rPr lang="en-US" dirty="0"/>
              <a:t>Click to add title</a:t>
            </a:r>
          </a:p>
        </p:txBody>
      </p:sp>
      <p:sp>
        <p:nvSpPr>
          <p:cNvPr id="15" name="Subtitle 2">
            <a:extLst>
              <a:ext uri="{FF2B5EF4-FFF2-40B4-BE49-F238E27FC236}">
                <a16:creationId xmlns:a16="http://schemas.microsoft.com/office/drawing/2014/main" id="{B84917A2-B37A-4655-9D10-50C6FD698FA2}"/>
              </a:ext>
            </a:extLst>
          </p:cNvPr>
          <p:cNvSpPr>
            <a:spLocks noGrp="1"/>
          </p:cNvSpPr>
          <p:nvPr>
            <p:ph type="subTitle" idx="1" hasCustomPrompt="1"/>
          </p:nvPr>
        </p:nvSpPr>
        <p:spPr>
          <a:xfrm>
            <a:off x="7766051" y="4113213"/>
            <a:ext cx="3884961" cy="1655762"/>
          </a:xfrm>
        </p:spPr>
        <p:txBody>
          <a:bodyPr>
            <a:noAutofit/>
          </a:bodyPr>
          <a:lstStyle>
            <a:lvl1pPr marL="0" indent="0" algn="ctr">
              <a:lnSpc>
                <a:spcPct val="90000"/>
              </a:lnSpc>
              <a:buNone/>
              <a:defRPr sz="2400" i="1"/>
            </a:lvl1pPr>
          </a:lstStyle>
          <a:p>
            <a:r>
              <a:rPr lang="en-US" dirty="0"/>
              <a:t>Click to add subtitle</a:t>
            </a:r>
          </a:p>
        </p:txBody>
      </p:sp>
      <p:cxnSp>
        <p:nvCxnSpPr>
          <p:cNvPr id="23" name="Straight Connector 22">
            <a:extLst>
              <a:ext uri="{FF2B5EF4-FFF2-40B4-BE49-F238E27FC236}">
                <a16:creationId xmlns:a16="http://schemas.microsoft.com/office/drawing/2014/main" id="{88EE5317-4FED-4CB5-85EE-6DAD46C28417}"/>
              </a:ext>
              <a:ext uri="{C183D7F6-B498-43B3-948B-1728B52AA6E4}">
                <adec:decorative xmlns:adec="http://schemas.microsoft.com/office/drawing/2017/decorative" val="1"/>
              </a:ext>
            </a:extLst>
          </p:cNvPr>
          <p:cNvCxnSpPr>
            <a:cxnSpLocks/>
          </p:cNvCxnSpPr>
          <p:nvPr userDrawn="1"/>
        </p:nvCxnSpPr>
        <p:spPr>
          <a:xfrm>
            <a:off x="9438531" y="3690871"/>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Picture Placeholder 4">
            <a:extLst>
              <a:ext uri="{FF2B5EF4-FFF2-40B4-BE49-F238E27FC236}">
                <a16:creationId xmlns:a16="http://schemas.microsoft.com/office/drawing/2014/main" id="{3B0D3427-2AA8-987B-E83A-494604F72C16}"/>
              </a:ext>
            </a:extLst>
          </p:cNvPr>
          <p:cNvSpPr>
            <a:spLocks noGrp="1"/>
          </p:cNvSpPr>
          <p:nvPr>
            <p:ph type="pic" sz="quarter" idx="13" hasCustomPrompt="1"/>
          </p:nvPr>
        </p:nvSpPr>
        <p:spPr>
          <a:xfrm>
            <a:off x="541338" y="539750"/>
            <a:ext cx="6670675" cy="5759450"/>
          </a:xfrm>
          <a:custGeom>
            <a:avLst/>
            <a:gdLst>
              <a:gd name="connsiteX0" fmla="*/ 6573720 w 6670675"/>
              <a:gd name="connsiteY0" fmla="*/ 0 h 5759450"/>
              <a:gd name="connsiteX1" fmla="*/ 6670675 w 6670675"/>
              <a:gd name="connsiteY1" fmla="*/ 0 h 5759450"/>
              <a:gd name="connsiteX2" fmla="*/ 6670675 w 6670675"/>
              <a:gd name="connsiteY2" fmla="*/ 5759450 h 5759450"/>
              <a:gd name="connsiteX3" fmla="*/ 0 w 6670675"/>
              <a:gd name="connsiteY3" fmla="*/ 5759450 h 5759450"/>
              <a:gd name="connsiteX4" fmla="*/ 0 w 6670675"/>
              <a:gd name="connsiteY4" fmla="*/ 5669502 h 5759450"/>
              <a:gd name="connsiteX5" fmla="*/ 6573720 w 6670675"/>
              <a:gd name="connsiteY5" fmla="*/ 5669502 h 5759450"/>
              <a:gd name="connsiteX6" fmla="*/ 0 w 6670675"/>
              <a:gd name="connsiteY6" fmla="*/ 0 h 5759450"/>
              <a:gd name="connsiteX7" fmla="*/ 6562411 w 6670675"/>
              <a:gd name="connsiteY7" fmla="*/ 0 h 5759450"/>
              <a:gd name="connsiteX8" fmla="*/ 6562411 w 6670675"/>
              <a:gd name="connsiteY8" fmla="*/ 5658193 h 5759450"/>
              <a:gd name="connsiteX9" fmla="*/ 0 w 6670675"/>
              <a:gd name="connsiteY9" fmla="*/ 5658193 h 5759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0675" h="5759450">
                <a:moveTo>
                  <a:pt x="6573720" y="0"/>
                </a:moveTo>
                <a:lnTo>
                  <a:pt x="6670675" y="0"/>
                </a:lnTo>
                <a:lnTo>
                  <a:pt x="6670675" y="5759450"/>
                </a:lnTo>
                <a:lnTo>
                  <a:pt x="0" y="5759450"/>
                </a:lnTo>
                <a:lnTo>
                  <a:pt x="0" y="5669502"/>
                </a:lnTo>
                <a:lnTo>
                  <a:pt x="6573720" y="5669502"/>
                </a:lnTo>
                <a:close/>
                <a:moveTo>
                  <a:pt x="0" y="0"/>
                </a:moveTo>
                <a:lnTo>
                  <a:pt x="6562411" y="0"/>
                </a:lnTo>
                <a:lnTo>
                  <a:pt x="6562411" y="5658193"/>
                </a:lnTo>
                <a:lnTo>
                  <a:pt x="0" y="5658193"/>
                </a:lnTo>
                <a:close/>
              </a:path>
            </a:pathLst>
          </a:custGeom>
        </p:spPr>
        <p:txBody>
          <a:bodyPr wrap="square">
            <a:noAutofit/>
          </a:bodyPr>
          <a:lstStyle>
            <a:lvl1pPr marL="0" indent="0" algn="ctr">
              <a:buNone/>
              <a:defRPr sz="1800"/>
            </a:lvl1pPr>
          </a:lstStyle>
          <a:p>
            <a:r>
              <a:rPr lang="en-US" dirty="0"/>
              <a:t>Click icon to add photo</a:t>
            </a:r>
          </a:p>
        </p:txBody>
      </p:sp>
      <p:sp>
        <p:nvSpPr>
          <p:cNvPr id="6" name="Frame 5">
            <a:extLst>
              <a:ext uri="{FF2B5EF4-FFF2-40B4-BE49-F238E27FC236}">
                <a16:creationId xmlns:a16="http://schemas.microsoft.com/office/drawing/2014/main" id="{1D4FB6FD-0D78-2F14-EC30-9013875CFD4A}"/>
              </a:ext>
            </a:extLst>
          </p:cNvPr>
          <p:cNvSpPr/>
          <p:nvPr userDrawn="1"/>
        </p:nvSpPr>
        <p:spPr>
          <a:xfrm>
            <a:off x="439938" y="439388"/>
            <a:ext cx="6675120" cy="5769864"/>
          </a:xfrm>
          <a:prstGeom prst="frame">
            <a:avLst>
              <a:gd name="adj1" fmla="val 196"/>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270036888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itle and content 4">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5FC5AD6-5EA9-4D31-BA29-EE3AABE22325}"/>
              </a:ext>
            </a:extLst>
          </p:cNvPr>
          <p:cNvSpPr>
            <a:spLocks noGrp="1"/>
          </p:cNvSpPr>
          <p:nvPr>
            <p:ph type="title" hasCustomPrompt="1"/>
          </p:nvPr>
        </p:nvSpPr>
        <p:spPr>
          <a:xfrm>
            <a:off x="1066800" y="777246"/>
            <a:ext cx="10058400" cy="1097280"/>
          </a:xfrm>
        </p:spPr>
        <p:txBody>
          <a:bodyPr wrap="square" anchor="ctr" anchorCtr="0">
            <a:normAutofit/>
          </a:bodyPr>
          <a:lstStyle>
            <a:lvl1pPr algn="ctr">
              <a:defRPr/>
            </a:lvl1pPr>
          </a:lstStyle>
          <a:p>
            <a:pPr algn="ctr"/>
            <a:r>
              <a:rPr lang="en-US" dirty="0"/>
              <a:t>Click to add title</a:t>
            </a:r>
          </a:p>
        </p:txBody>
      </p:sp>
      <p:sp>
        <p:nvSpPr>
          <p:cNvPr id="5" name="Content Placeholder 3">
            <a:extLst>
              <a:ext uri="{FF2B5EF4-FFF2-40B4-BE49-F238E27FC236}">
                <a16:creationId xmlns:a16="http://schemas.microsoft.com/office/drawing/2014/main" id="{F2B970E0-2BF6-DE0A-33F2-E136830CC0F2}"/>
              </a:ext>
            </a:extLst>
          </p:cNvPr>
          <p:cNvSpPr>
            <a:spLocks noGrp="1"/>
          </p:cNvSpPr>
          <p:nvPr>
            <p:ph sz="quarter" idx="17" hasCustomPrompt="1"/>
          </p:nvPr>
        </p:nvSpPr>
        <p:spPr>
          <a:xfrm>
            <a:off x="1711243" y="2287435"/>
            <a:ext cx="8769514" cy="3768195"/>
          </a:xfrm>
        </p:spPr>
        <p:txBody>
          <a:bodyPr tIns="182880">
            <a:noAutofit/>
          </a:bodyPr>
          <a:lstStyle>
            <a:lvl1pPr marL="283464" indent="-283464">
              <a:lnSpc>
                <a:spcPct val="100000"/>
              </a:lnSpc>
              <a:spcBef>
                <a:spcPts val="1000"/>
              </a:spcBef>
              <a:defRPr sz="1800"/>
            </a:lvl1pPr>
            <a:lvl2pPr marL="283464">
              <a:lnSpc>
                <a:spcPct val="100000"/>
              </a:lnSpc>
              <a:spcBef>
                <a:spcPts val="1000"/>
              </a:spcBef>
              <a:defRPr sz="1800"/>
            </a:lvl2pPr>
            <a:lvl3pPr indent="-283464">
              <a:lnSpc>
                <a:spcPct val="100000"/>
              </a:lnSpc>
              <a:spcBef>
                <a:spcPts val="1000"/>
              </a:spcBef>
              <a:defRPr sz="1800"/>
            </a:lvl3pPr>
            <a:lvl4pPr>
              <a:lnSpc>
                <a:spcPct val="100000"/>
              </a:lnSpc>
              <a:spcBef>
                <a:spcPts val="1000"/>
              </a:spcBef>
              <a:defRPr sz="1800"/>
            </a:lvl4pPr>
            <a:lvl5pPr indent="-283464">
              <a:lnSpc>
                <a:spcPct val="100000"/>
              </a:lnSpc>
              <a:spcBef>
                <a:spcPts val="1000"/>
              </a:spcBef>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8" name="Straight Connector 7">
            <a:extLst>
              <a:ext uri="{FF2B5EF4-FFF2-40B4-BE49-F238E27FC236}">
                <a16:creationId xmlns:a16="http://schemas.microsoft.com/office/drawing/2014/main" id="{51664AFF-309D-433B-B3F0-84A98A207C67}"/>
              </a:ext>
              <a:ext uri="{C183D7F6-B498-43B3-948B-1728B52AA6E4}">
                <adec:decorative xmlns:adec="http://schemas.microsoft.com/office/drawing/2017/decorative" val="1"/>
              </a:ext>
            </a:extLst>
          </p:cNvPr>
          <p:cNvCxnSpPr>
            <a:cxnSpLocks/>
          </p:cNvCxnSpPr>
          <p:nvPr userDrawn="1"/>
        </p:nvCxnSpPr>
        <p:spPr>
          <a:xfrm>
            <a:off x="5819649" y="2057406"/>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Date Placeholder 3">
            <a:extLst>
              <a:ext uri="{FF2B5EF4-FFF2-40B4-BE49-F238E27FC236}">
                <a16:creationId xmlns:a16="http://schemas.microsoft.com/office/drawing/2014/main" id="{85D87A86-18DB-4F48-991B-B96728C9E2B2}"/>
              </a:ext>
            </a:extLst>
          </p:cNvPr>
          <p:cNvSpPr>
            <a:spLocks noGrp="1"/>
          </p:cNvSpPr>
          <p:nvPr>
            <p:ph type="dt" sz="half" idx="10"/>
          </p:nvPr>
        </p:nvSpPr>
        <p:spPr>
          <a:xfrm>
            <a:off x="541338" y="6401999"/>
            <a:ext cx="2206625" cy="369332"/>
          </a:xfrm>
        </p:spPr>
        <p:txBody>
          <a:bodyPr/>
          <a:lstStyle>
            <a:lvl1pPr>
              <a:defRPr/>
            </a:lvl1pPr>
          </a:lstStyle>
          <a:p>
            <a:pPr>
              <a:defRPr/>
            </a:pPr>
            <a:r>
              <a:rPr lang="en-US">
                <a:solidFill>
                  <a:prstClr val="white">
                    <a:alpha val="70000"/>
                  </a:prstClr>
                </a:solidFill>
              </a:rPr>
              <a:t>20XX</a:t>
            </a:r>
            <a:endParaRPr lang="en-US" dirty="0">
              <a:solidFill>
                <a:prstClr val="white">
                  <a:alpha val="70000"/>
                </a:prstClr>
              </a:solidFill>
            </a:endParaRPr>
          </a:p>
        </p:txBody>
      </p:sp>
      <p:sp>
        <p:nvSpPr>
          <p:cNvPr id="10" name="Footer Placeholder 4">
            <a:extLst>
              <a:ext uri="{FF2B5EF4-FFF2-40B4-BE49-F238E27FC236}">
                <a16:creationId xmlns:a16="http://schemas.microsoft.com/office/drawing/2014/main" id="{E9F77D95-7E8B-48BA-B550-76A5C297FE04}"/>
              </a:ext>
            </a:extLst>
          </p:cNvPr>
          <p:cNvSpPr>
            <a:spLocks noGrp="1"/>
          </p:cNvSpPr>
          <p:nvPr>
            <p:ph type="ftr" sz="quarter" idx="11"/>
          </p:nvPr>
        </p:nvSpPr>
        <p:spPr>
          <a:xfrm>
            <a:off x="3308350" y="6401999"/>
            <a:ext cx="5575300" cy="369332"/>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all" spc="300" normalizeH="0" baseline="0" noProof="0" dirty="0">
              <a:ln>
                <a:noFill/>
              </a:ln>
              <a:solidFill>
                <a:prstClr val="white">
                  <a:alpha val="70000"/>
                </a:prstClr>
              </a:solidFill>
              <a:effectLst/>
              <a:uLnTx/>
              <a:uFillTx/>
              <a:latin typeface="Avenir Next LT Pro Light"/>
              <a:ea typeface="+mn-ea"/>
              <a:cs typeface="+mn-cs"/>
            </a:endParaRPr>
          </a:p>
        </p:txBody>
      </p:sp>
      <p:sp>
        <p:nvSpPr>
          <p:cNvPr id="11" name="Slide Number Placeholder 5">
            <a:extLst>
              <a:ext uri="{FF2B5EF4-FFF2-40B4-BE49-F238E27FC236}">
                <a16:creationId xmlns:a16="http://schemas.microsoft.com/office/drawing/2014/main" id="{5510D382-212F-47D7-A76F-181F22622C97}"/>
              </a:ext>
            </a:extLst>
          </p:cNvPr>
          <p:cNvSpPr>
            <a:spLocks noGrp="1"/>
          </p:cNvSpPr>
          <p:nvPr>
            <p:ph type="sldNum" sz="quarter" idx="12"/>
          </p:nvPr>
        </p:nvSpPr>
        <p:spPr>
          <a:xfrm>
            <a:off x="9442800" y="6401999"/>
            <a:ext cx="2208212" cy="369332"/>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9607A7-8386-47DB-8578-DDEDD194E5D4}" type="slidenum">
              <a:rPr kumimoji="0" lang="en-US" sz="1000" b="0" i="0" u="none" strike="noStrike" kern="1200" cap="all" spc="300" normalizeH="0" baseline="0" noProof="0" smtClean="0">
                <a:ln>
                  <a:noFill/>
                </a:ln>
                <a:solidFill>
                  <a:prstClr val="white">
                    <a:alpha val="70000"/>
                  </a:prstClr>
                </a:solidFill>
                <a:effectLst/>
                <a:uLnTx/>
                <a:uFillTx/>
                <a:latin typeface="Avenir Next LT Pro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all" spc="300" normalizeH="0" baseline="0" noProof="0" dirty="0">
              <a:ln>
                <a:noFill/>
              </a:ln>
              <a:solidFill>
                <a:prstClr val="white">
                  <a:alpha val="70000"/>
                </a:prstClr>
              </a:solidFill>
              <a:effectLst/>
              <a:uLnTx/>
              <a:uFillTx/>
              <a:latin typeface="Avenir Next LT Pro Light"/>
              <a:ea typeface="+mn-ea"/>
              <a:cs typeface="+mn-cs"/>
            </a:endParaRPr>
          </a:p>
        </p:txBody>
      </p:sp>
      <p:sp>
        <p:nvSpPr>
          <p:cNvPr id="6" name="Rectangle 5">
            <a:extLst>
              <a:ext uri="{FF2B5EF4-FFF2-40B4-BE49-F238E27FC236}">
                <a16:creationId xmlns:a16="http://schemas.microsoft.com/office/drawing/2014/main" id="{2B2C7C83-D77B-1EFF-5877-DB5DF792E80B}"/>
              </a:ext>
              <a:ext uri="{C183D7F6-B498-43B3-948B-1728B52AA6E4}">
                <adec:decorative xmlns:adec="http://schemas.microsoft.com/office/drawing/2017/decorative" val="1"/>
              </a:ext>
            </a:extLst>
          </p:cNvPr>
          <p:cNvSpPr/>
          <p:nvPr userDrawn="1"/>
        </p:nvSpPr>
        <p:spPr>
          <a:xfrm>
            <a:off x="541163" y="548640"/>
            <a:ext cx="11109674" cy="5749290"/>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5970646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Content 2 Columns 2">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5FC5AD6-5EA9-4D31-BA29-EE3AABE22325}"/>
              </a:ext>
            </a:extLst>
          </p:cNvPr>
          <p:cNvSpPr>
            <a:spLocks noGrp="1"/>
          </p:cNvSpPr>
          <p:nvPr>
            <p:ph type="title" hasCustomPrompt="1"/>
          </p:nvPr>
        </p:nvSpPr>
        <p:spPr>
          <a:xfrm>
            <a:off x="1066800" y="777244"/>
            <a:ext cx="10058400" cy="1097280"/>
          </a:xfrm>
        </p:spPr>
        <p:txBody>
          <a:bodyPr wrap="square" anchor="ctr" anchorCtr="0">
            <a:normAutofit/>
          </a:bodyPr>
          <a:lstStyle>
            <a:lvl1pPr algn="ctr">
              <a:defRPr/>
            </a:lvl1pPr>
          </a:lstStyle>
          <a:p>
            <a:pPr algn="ctr"/>
            <a:r>
              <a:rPr lang="en-US" dirty="0"/>
              <a:t>Click to add title</a:t>
            </a:r>
          </a:p>
        </p:txBody>
      </p:sp>
      <p:cxnSp>
        <p:nvCxnSpPr>
          <p:cNvPr id="8" name="Straight Connector 7">
            <a:extLst>
              <a:ext uri="{FF2B5EF4-FFF2-40B4-BE49-F238E27FC236}">
                <a16:creationId xmlns:a16="http://schemas.microsoft.com/office/drawing/2014/main" id="{51664AFF-309D-433B-B3F0-84A98A207C67}"/>
              </a:ext>
              <a:ext uri="{C183D7F6-B498-43B3-948B-1728B52AA6E4}">
                <adec:decorative xmlns:adec="http://schemas.microsoft.com/office/drawing/2017/decorative" val="1"/>
              </a:ext>
            </a:extLst>
          </p:cNvPr>
          <p:cNvCxnSpPr>
            <a:cxnSpLocks/>
          </p:cNvCxnSpPr>
          <p:nvPr userDrawn="1"/>
        </p:nvCxnSpPr>
        <p:spPr>
          <a:xfrm>
            <a:off x="5819649" y="2057404"/>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Content Placeholder 3">
            <a:extLst>
              <a:ext uri="{FF2B5EF4-FFF2-40B4-BE49-F238E27FC236}">
                <a16:creationId xmlns:a16="http://schemas.microsoft.com/office/drawing/2014/main" id="{F2B970E0-2BF6-DE0A-33F2-E136830CC0F2}"/>
              </a:ext>
            </a:extLst>
          </p:cNvPr>
          <p:cNvSpPr>
            <a:spLocks noGrp="1"/>
          </p:cNvSpPr>
          <p:nvPr>
            <p:ph sz="quarter" idx="17" hasCustomPrompt="1"/>
          </p:nvPr>
        </p:nvSpPr>
        <p:spPr>
          <a:xfrm>
            <a:off x="1664443" y="2484712"/>
            <a:ext cx="4360507" cy="3605420"/>
          </a:xfrm>
        </p:spPr>
        <p:txBody>
          <a:bodyPr>
            <a:noAutofit/>
          </a:bodyPr>
          <a:lstStyle>
            <a:lvl1pPr marL="0" indent="0">
              <a:lnSpc>
                <a:spcPct val="100000"/>
              </a:lnSpc>
              <a:spcBef>
                <a:spcPts val="1000"/>
              </a:spcBef>
              <a:buNone/>
              <a:defRPr sz="1800" i="0"/>
            </a:lvl1pPr>
            <a:lvl2pPr marL="285750" indent="-285750">
              <a:lnSpc>
                <a:spcPct val="100000"/>
              </a:lnSpc>
              <a:spcBef>
                <a:spcPts val="1000"/>
              </a:spcBef>
              <a:buClr>
                <a:schemeClr val="accent5">
                  <a:lumMod val="60000"/>
                  <a:lumOff val="40000"/>
                </a:schemeClr>
              </a:buClr>
              <a:buFont typeface="Wingdings" panose="05000000000000000000" pitchFamily="2" charset="2"/>
              <a:buChar char=""/>
              <a:defRPr sz="1800" i="0"/>
            </a:lvl2pPr>
            <a:lvl3pPr marL="685800" indent="-283464">
              <a:lnSpc>
                <a:spcPct val="100000"/>
              </a:lnSpc>
              <a:spcBef>
                <a:spcPts val="1000"/>
              </a:spcBef>
              <a:buClr>
                <a:schemeClr val="accent5">
                  <a:lumMod val="60000"/>
                  <a:lumOff val="40000"/>
                </a:schemeClr>
              </a:buClr>
              <a:buFont typeface="Wingdings" panose="05000000000000000000" pitchFamily="2" charset="2"/>
              <a:buChar char=""/>
              <a:defRPr sz="1800" i="0"/>
            </a:lvl3pPr>
            <a:lvl4pPr marL="685800">
              <a:lnSpc>
                <a:spcPct val="100000"/>
              </a:lnSpc>
              <a:spcBef>
                <a:spcPts val="1000"/>
              </a:spcBef>
              <a:defRPr sz="1800" i="0"/>
            </a:lvl4pPr>
            <a:lvl5pPr marL="1143000" indent="-283464">
              <a:lnSpc>
                <a:spcPct val="100000"/>
              </a:lnSpc>
              <a:spcBef>
                <a:spcPts val="1000"/>
              </a:spcBef>
              <a:buClr>
                <a:schemeClr val="accent5">
                  <a:lumMod val="60000"/>
                  <a:lumOff val="40000"/>
                </a:schemeClr>
              </a:buClr>
              <a:defRPr sz="1800" i="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3">
            <a:extLst>
              <a:ext uri="{FF2B5EF4-FFF2-40B4-BE49-F238E27FC236}">
                <a16:creationId xmlns:a16="http://schemas.microsoft.com/office/drawing/2014/main" id="{6418C0F6-1F2A-74E4-A6C4-914FE336632A}"/>
              </a:ext>
            </a:extLst>
          </p:cNvPr>
          <p:cNvSpPr>
            <a:spLocks noGrp="1"/>
          </p:cNvSpPr>
          <p:nvPr>
            <p:ph sz="quarter" idx="18" hasCustomPrompt="1"/>
          </p:nvPr>
        </p:nvSpPr>
        <p:spPr>
          <a:xfrm>
            <a:off x="6359649" y="2493040"/>
            <a:ext cx="4360507" cy="3605420"/>
          </a:xfrm>
        </p:spPr>
        <p:txBody>
          <a:bodyPr>
            <a:noAutofit/>
          </a:bodyPr>
          <a:lstStyle>
            <a:lvl1pPr marL="0" indent="0">
              <a:lnSpc>
                <a:spcPct val="100000"/>
              </a:lnSpc>
              <a:spcBef>
                <a:spcPts val="1000"/>
              </a:spcBef>
              <a:buNone/>
              <a:defRPr sz="1800" i="0"/>
            </a:lvl1pPr>
            <a:lvl2pPr marL="283464" indent="-285750">
              <a:lnSpc>
                <a:spcPct val="100000"/>
              </a:lnSpc>
              <a:spcBef>
                <a:spcPts val="1000"/>
              </a:spcBef>
              <a:buClr>
                <a:schemeClr val="accent5">
                  <a:lumMod val="60000"/>
                  <a:lumOff val="40000"/>
                </a:schemeClr>
              </a:buClr>
              <a:buFont typeface="Wingdings" panose="05000000000000000000" pitchFamily="2" charset="2"/>
              <a:buChar char=""/>
              <a:defRPr sz="1800" i="0"/>
            </a:lvl2pPr>
            <a:lvl3pPr marL="685800" indent="-283464">
              <a:lnSpc>
                <a:spcPct val="100000"/>
              </a:lnSpc>
              <a:spcBef>
                <a:spcPts val="1000"/>
              </a:spcBef>
              <a:buClr>
                <a:schemeClr val="accent5">
                  <a:lumMod val="60000"/>
                  <a:lumOff val="40000"/>
                </a:schemeClr>
              </a:buClr>
              <a:defRPr sz="1800" i="0"/>
            </a:lvl3pPr>
            <a:lvl4pPr marL="685800">
              <a:lnSpc>
                <a:spcPct val="100000"/>
              </a:lnSpc>
              <a:spcBef>
                <a:spcPts val="1000"/>
              </a:spcBef>
              <a:defRPr sz="1800" i="0"/>
            </a:lvl4pPr>
            <a:lvl5pPr marL="1143000" indent="-283464">
              <a:lnSpc>
                <a:spcPct val="100000"/>
              </a:lnSpc>
              <a:spcBef>
                <a:spcPts val="1000"/>
              </a:spcBef>
              <a:buClr>
                <a:schemeClr val="accent5">
                  <a:lumMod val="60000"/>
                  <a:lumOff val="40000"/>
                </a:schemeClr>
              </a:buClr>
              <a:defRPr sz="1800" i="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Date Placeholder 3">
            <a:extLst>
              <a:ext uri="{FF2B5EF4-FFF2-40B4-BE49-F238E27FC236}">
                <a16:creationId xmlns:a16="http://schemas.microsoft.com/office/drawing/2014/main" id="{85D87A86-18DB-4F48-991B-B96728C9E2B2}"/>
              </a:ext>
            </a:extLst>
          </p:cNvPr>
          <p:cNvSpPr>
            <a:spLocks noGrp="1"/>
          </p:cNvSpPr>
          <p:nvPr>
            <p:ph type="dt" sz="half" idx="10"/>
          </p:nvPr>
        </p:nvSpPr>
        <p:spPr>
          <a:xfrm>
            <a:off x="541338" y="6401999"/>
            <a:ext cx="2206625" cy="369332"/>
          </a:xfrm>
        </p:spPr>
        <p:txBody>
          <a:bodyPr/>
          <a:lstStyle>
            <a:lvl1pPr>
              <a:defRPr/>
            </a:lvl1pPr>
          </a:lstStyle>
          <a:p>
            <a:pPr>
              <a:defRPr/>
            </a:pPr>
            <a:r>
              <a:rPr lang="en-US">
                <a:solidFill>
                  <a:prstClr val="white">
                    <a:alpha val="70000"/>
                  </a:prstClr>
                </a:solidFill>
              </a:rPr>
              <a:t>20XX</a:t>
            </a:r>
            <a:endParaRPr lang="en-US" dirty="0">
              <a:solidFill>
                <a:prstClr val="white">
                  <a:alpha val="70000"/>
                </a:prstClr>
              </a:solidFill>
            </a:endParaRPr>
          </a:p>
        </p:txBody>
      </p:sp>
      <p:sp>
        <p:nvSpPr>
          <p:cNvPr id="10" name="Footer Placeholder 4">
            <a:extLst>
              <a:ext uri="{FF2B5EF4-FFF2-40B4-BE49-F238E27FC236}">
                <a16:creationId xmlns:a16="http://schemas.microsoft.com/office/drawing/2014/main" id="{E9F77D95-7E8B-48BA-B550-76A5C297FE04}"/>
              </a:ext>
            </a:extLst>
          </p:cNvPr>
          <p:cNvSpPr>
            <a:spLocks noGrp="1"/>
          </p:cNvSpPr>
          <p:nvPr>
            <p:ph type="ftr" sz="quarter" idx="11"/>
          </p:nvPr>
        </p:nvSpPr>
        <p:spPr>
          <a:xfrm>
            <a:off x="3308350" y="6401999"/>
            <a:ext cx="5575300" cy="369332"/>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all" spc="300" normalizeH="0" baseline="0" noProof="0" dirty="0">
              <a:ln>
                <a:noFill/>
              </a:ln>
              <a:solidFill>
                <a:prstClr val="white">
                  <a:alpha val="70000"/>
                </a:prstClr>
              </a:solidFill>
              <a:effectLst/>
              <a:uLnTx/>
              <a:uFillTx/>
              <a:latin typeface="Avenir Next LT Pro Light"/>
              <a:ea typeface="+mn-ea"/>
              <a:cs typeface="+mn-cs"/>
            </a:endParaRPr>
          </a:p>
        </p:txBody>
      </p:sp>
      <p:sp>
        <p:nvSpPr>
          <p:cNvPr id="11" name="Slide Number Placeholder 5">
            <a:extLst>
              <a:ext uri="{FF2B5EF4-FFF2-40B4-BE49-F238E27FC236}">
                <a16:creationId xmlns:a16="http://schemas.microsoft.com/office/drawing/2014/main" id="{5510D382-212F-47D7-A76F-181F22622C97}"/>
              </a:ext>
            </a:extLst>
          </p:cNvPr>
          <p:cNvSpPr>
            <a:spLocks noGrp="1"/>
          </p:cNvSpPr>
          <p:nvPr>
            <p:ph type="sldNum" sz="quarter" idx="12"/>
          </p:nvPr>
        </p:nvSpPr>
        <p:spPr>
          <a:xfrm>
            <a:off x="9442800" y="6401999"/>
            <a:ext cx="2208212" cy="369332"/>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9607A7-8386-47DB-8578-DDEDD194E5D4}" type="slidenum">
              <a:rPr kumimoji="0" lang="en-US" sz="1000" b="0" i="0" u="none" strike="noStrike" kern="1200" cap="all" spc="300" normalizeH="0" baseline="0" noProof="0" smtClean="0">
                <a:ln>
                  <a:noFill/>
                </a:ln>
                <a:solidFill>
                  <a:prstClr val="white">
                    <a:alpha val="70000"/>
                  </a:prstClr>
                </a:solidFill>
                <a:effectLst/>
                <a:uLnTx/>
                <a:uFillTx/>
                <a:latin typeface="Avenir Next LT Pro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all" spc="300" normalizeH="0" baseline="0" noProof="0" dirty="0">
              <a:ln>
                <a:noFill/>
              </a:ln>
              <a:solidFill>
                <a:prstClr val="white">
                  <a:alpha val="70000"/>
                </a:prstClr>
              </a:solidFill>
              <a:effectLst/>
              <a:uLnTx/>
              <a:uFillTx/>
              <a:latin typeface="Avenir Next LT Pro Light"/>
              <a:ea typeface="+mn-ea"/>
              <a:cs typeface="+mn-cs"/>
            </a:endParaRPr>
          </a:p>
        </p:txBody>
      </p:sp>
      <p:sp>
        <p:nvSpPr>
          <p:cNvPr id="3" name="Rectangle 2">
            <a:extLst>
              <a:ext uri="{FF2B5EF4-FFF2-40B4-BE49-F238E27FC236}">
                <a16:creationId xmlns:a16="http://schemas.microsoft.com/office/drawing/2014/main" id="{C97ED942-AF2B-12D4-2ED4-570ACFD0F4BD}"/>
              </a:ext>
              <a:ext uri="{C183D7F6-B498-43B3-948B-1728B52AA6E4}">
                <adec:decorative xmlns:adec="http://schemas.microsoft.com/office/drawing/2017/decorative" val="1"/>
              </a:ext>
            </a:extLst>
          </p:cNvPr>
          <p:cNvSpPr/>
          <p:nvPr userDrawn="1"/>
        </p:nvSpPr>
        <p:spPr>
          <a:xfrm>
            <a:off x="541163" y="548640"/>
            <a:ext cx="11109674" cy="5749290"/>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05888995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itle and 2 Content ">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7A45527-A259-1C6D-E8B4-514715484B30}"/>
              </a:ext>
              <a:ext uri="{C183D7F6-B498-43B3-948B-1728B52AA6E4}">
                <adec:decorative xmlns:adec="http://schemas.microsoft.com/office/drawing/2017/decorative" val="1"/>
              </a:ext>
            </a:extLst>
          </p:cNvPr>
          <p:cNvSpPr/>
          <p:nvPr userDrawn="1"/>
        </p:nvSpPr>
        <p:spPr>
          <a:xfrm>
            <a:off x="0" y="3245608"/>
            <a:ext cx="12192000" cy="3612392"/>
          </a:xfrm>
          <a:prstGeom prst="rect">
            <a:avLst/>
          </a:prstGeom>
          <a:solidFill>
            <a:schemeClr val="bg1">
              <a:alpha val="2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alpha val="30000"/>
                </a:prstClr>
              </a:solidFill>
              <a:effectLst/>
              <a:uLnTx/>
              <a:uFillTx/>
              <a:latin typeface="Avenir Next LT Pro Light"/>
              <a:ea typeface="+mn-ea"/>
              <a:cs typeface="+mn-cs"/>
            </a:endParaRPr>
          </a:p>
        </p:txBody>
      </p:sp>
      <p:sp>
        <p:nvSpPr>
          <p:cNvPr id="7" name="Title 1">
            <a:extLst>
              <a:ext uri="{FF2B5EF4-FFF2-40B4-BE49-F238E27FC236}">
                <a16:creationId xmlns:a16="http://schemas.microsoft.com/office/drawing/2014/main" id="{55FC5AD6-5EA9-4D31-BA29-EE3AABE22325}"/>
              </a:ext>
            </a:extLst>
          </p:cNvPr>
          <p:cNvSpPr>
            <a:spLocks noGrp="1"/>
          </p:cNvSpPr>
          <p:nvPr>
            <p:ph type="title" hasCustomPrompt="1"/>
          </p:nvPr>
        </p:nvSpPr>
        <p:spPr>
          <a:xfrm>
            <a:off x="548640" y="548640"/>
            <a:ext cx="3886200" cy="2304288"/>
          </a:xfrm>
        </p:spPr>
        <p:txBody>
          <a:bodyPr wrap="square" anchor="ctr" anchorCtr="0">
            <a:normAutofit/>
          </a:bodyPr>
          <a:lstStyle>
            <a:lvl1pPr algn="ctr">
              <a:defRPr/>
            </a:lvl1pPr>
          </a:lstStyle>
          <a:p>
            <a:pPr algn="ctr"/>
            <a:r>
              <a:rPr lang="en-US" dirty="0"/>
              <a:t>Click to add title</a:t>
            </a:r>
          </a:p>
        </p:txBody>
      </p:sp>
      <p:sp>
        <p:nvSpPr>
          <p:cNvPr id="4" name="Content Placeholder 3">
            <a:extLst>
              <a:ext uri="{FF2B5EF4-FFF2-40B4-BE49-F238E27FC236}">
                <a16:creationId xmlns:a16="http://schemas.microsoft.com/office/drawing/2014/main" id="{FE4ACBDB-D54B-994A-AD88-E89D37245FAD}"/>
              </a:ext>
            </a:extLst>
          </p:cNvPr>
          <p:cNvSpPr>
            <a:spLocks noGrp="1"/>
          </p:cNvSpPr>
          <p:nvPr>
            <p:ph sz="quarter" idx="17" hasCustomPrompt="1"/>
          </p:nvPr>
        </p:nvSpPr>
        <p:spPr>
          <a:xfrm>
            <a:off x="5534660" y="548641"/>
            <a:ext cx="6130625" cy="2304288"/>
          </a:xfrm>
        </p:spPr>
        <p:txBody>
          <a:bodyPr anchor="ctr">
            <a:noAutofit/>
          </a:bodyPr>
          <a:lstStyle>
            <a:lvl1pPr marL="512064" indent="-512064">
              <a:lnSpc>
                <a:spcPct val="100000"/>
              </a:lnSpc>
              <a:spcBef>
                <a:spcPts val="1000"/>
              </a:spcBef>
              <a:buClr>
                <a:schemeClr val="accent5">
                  <a:lumMod val="60000"/>
                  <a:lumOff val="40000"/>
                </a:schemeClr>
              </a:buClr>
              <a:buFont typeface="+mj-lt"/>
              <a:buAutoNum type="arabicPeriod"/>
              <a:defRPr sz="1800"/>
            </a:lvl1pPr>
            <a:lvl2pPr marL="702900" indent="-342900">
              <a:lnSpc>
                <a:spcPct val="100000"/>
              </a:lnSpc>
              <a:spcBef>
                <a:spcPts val="1000"/>
              </a:spcBef>
              <a:buClr>
                <a:schemeClr val="accent5">
                  <a:lumMod val="60000"/>
                  <a:lumOff val="40000"/>
                </a:schemeClr>
              </a:buClr>
              <a:buFont typeface="+mj-lt"/>
              <a:buAutoNum type="arabicPeriod"/>
              <a:defRPr sz="1800"/>
            </a:lvl2pPr>
            <a:lvl3pPr marL="1139436" indent="-342900">
              <a:lnSpc>
                <a:spcPct val="100000"/>
              </a:lnSpc>
              <a:spcBef>
                <a:spcPts val="1000"/>
              </a:spcBef>
              <a:buClr>
                <a:schemeClr val="accent5">
                  <a:lumMod val="60000"/>
                  <a:lumOff val="40000"/>
                </a:schemeClr>
              </a:buClr>
              <a:buFont typeface="+mj-lt"/>
              <a:buAutoNum type="arabicPeriod"/>
              <a:defRPr sz="1800"/>
            </a:lvl3pPr>
            <a:lvl4pPr marL="1422900" indent="-342900">
              <a:lnSpc>
                <a:spcPct val="100000"/>
              </a:lnSpc>
              <a:spcBef>
                <a:spcPts val="1000"/>
              </a:spcBef>
              <a:buClr>
                <a:schemeClr val="accent5">
                  <a:lumMod val="60000"/>
                  <a:lumOff val="40000"/>
                </a:schemeClr>
              </a:buClr>
              <a:buFont typeface="+mj-lt"/>
              <a:buAutoNum type="arabicPeriod"/>
              <a:defRPr sz="1800"/>
            </a:lvl4pPr>
            <a:lvl5pPr marL="1859436" indent="-342900">
              <a:lnSpc>
                <a:spcPct val="100000"/>
              </a:lnSpc>
              <a:spcBef>
                <a:spcPts val="1000"/>
              </a:spcBef>
              <a:buClr>
                <a:schemeClr val="accent5">
                  <a:lumMod val="60000"/>
                  <a:lumOff val="40000"/>
                </a:schemeClr>
              </a:buClr>
              <a:buFont typeface="+mj-lt"/>
              <a:buAutoNum type="arabicPeriod"/>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3">
            <a:extLst>
              <a:ext uri="{FF2B5EF4-FFF2-40B4-BE49-F238E27FC236}">
                <a16:creationId xmlns:a16="http://schemas.microsoft.com/office/drawing/2014/main" id="{ED8447B1-F82E-026F-7FF0-7E95D361E7A9}"/>
              </a:ext>
            </a:extLst>
          </p:cNvPr>
          <p:cNvSpPr>
            <a:spLocks noGrp="1"/>
          </p:cNvSpPr>
          <p:nvPr>
            <p:ph sz="quarter" idx="18" hasCustomPrompt="1"/>
          </p:nvPr>
        </p:nvSpPr>
        <p:spPr>
          <a:xfrm>
            <a:off x="5520387" y="3735238"/>
            <a:ext cx="6130625" cy="2574120"/>
          </a:xfrm>
        </p:spPr>
        <p:txBody>
          <a:bodyPr>
            <a:noAutofit/>
          </a:bodyPr>
          <a:lstStyle>
            <a:lvl1pPr marL="0" indent="0">
              <a:lnSpc>
                <a:spcPct val="100000"/>
              </a:lnSpc>
              <a:spcBef>
                <a:spcPts val="1000"/>
              </a:spcBef>
              <a:buNone/>
              <a:defRPr sz="1800"/>
            </a:lvl1pPr>
            <a:lvl2pPr marL="283464" indent="-285750">
              <a:lnSpc>
                <a:spcPct val="100000"/>
              </a:lnSpc>
              <a:spcBef>
                <a:spcPts val="1000"/>
              </a:spcBef>
              <a:buClr>
                <a:schemeClr val="accent5">
                  <a:lumMod val="60000"/>
                  <a:lumOff val="40000"/>
                </a:schemeClr>
              </a:buClr>
              <a:buFont typeface="Wingdings" panose="05000000000000000000" pitchFamily="2" charset="2"/>
              <a:buChar char=""/>
              <a:defRPr sz="1800" i="0"/>
            </a:lvl2pPr>
            <a:lvl3pPr marL="685800" indent="-283464">
              <a:lnSpc>
                <a:spcPct val="100000"/>
              </a:lnSpc>
              <a:spcBef>
                <a:spcPts val="1000"/>
              </a:spcBef>
              <a:buClr>
                <a:schemeClr val="accent5">
                  <a:lumMod val="60000"/>
                  <a:lumOff val="40000"/>
                </a:schemeClr>
              </a:buClr>
              <a:defRPr sz="1800" i="0"/>
            </a:lvl3pPr>
            <a:lvl4pPr marL="685800">
              <a:lnSpc>
                <a:spcPct val="100000"/>
              </a:lnSpc>
              <a:spcBef>
                <a:spcPts val="1000"/>
              </a:spcBef>
              <a:defRPr sz="1800" i="0"/>
            </a:lvl4pPr>
            <a:lvl5pPr indent="-283464">
              <a:defRPr sz="1600"/>
            </a:lvl5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9" name="Date Placeholder 3">
            <a:extLst>
              <a:ext uri="{FF2B5EF4-FFF2-40B4-BE49-F238E27FC236}">
                <a16:creationId xmlns:a16="http://schemas.microsoft.com/office/drawing/2014/main" id="{85D87A86-18DB-4F48-991B-B96728C9E2B2}"/>
              </a:ext>
            </a:extLst>
          </p:cNvPr>
          <p:cNvSpPr>
            <a:spLocks noGrp="1"/>
          </p:cNvSpPr>
          <p:nvPr>
            <p:ph type="dt" sz="half" idx="10"/>
          </p:nvPr>
        </p:nvSpPr>
        <p:spPr>
          <a:xfrm>
            <a:off x="541338" y="6401999"/>
            <a:ext cx="2206625" cy="369332"/>
          </a:xfrm>
        </p:spPr>
        <p:txBody>
          <a:bodyPr/>
          <a:lstStyle>
            <a:lvl1pPr>
              <a:defRPr/>
            </a:lvl1pPr>
          </a:lstStyle>
          <a:p>
            <a:pPr>
              <a:defRPr/>
            </a:pPr>
            <a:r>
              <a:rPr lang="en-US">
                <a:solidFill>
                  <a:prstClr val="white">
                    <a:alpha val="70000"/>
                  </a:prstClr>
                </a:solidFill>
              </a:rPr>
              <a:t>20XX</a:t>
            </a:r>
            <a:endParaRPr lang="en-US" dirty="0">
              <a:solidFill>
                <a:prstClr val="white">
                  <a:alpha val="70000"/>
                </a:prstClr>
              </a:solidFill>
            </a:endParaRPr>
          </a:p>
        </p:txBody>
      </p:sp>
      <p:sp>
        <p:nvSpPr>
          <p:cNvPr id="10" name="Footer Placeholder 4">
            <a:extLst>
              <a:ext uri="{FF2B5EF4-FFF2-40B4-BE49-F238E27FC236}">
                <a16:creationId xmlns:a16="http://schemas.microsoft.com/office/drawing/2014/main" id="{E9F77D95-7E8B-48BA-B550-76A5C297FE04}"/>
              </a:ext>
            </a:extLst>
          </p:cNvPr>
          <p:cNvSpPr>
            <a:spLocks noGrp="1"/>
          </p:cNvSpPr>
          <p:nvPr>
            <p:ph type="ftr" sz="quarter" idx="11"/>
          </p:nvPr>
        </p:nvSpPr>
        <p:spPr>
          <a:xfrm>
            <a:off x="3308350" y="6401999"/>
            <a:ext cx="5575300" cy="369332"/>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all" spc="300" normalizeH="0" baseline="0" noProof="0" dirty="0">
              <a:ln>
                <a:noFill/>
              </a:ln>
              <a:solidFill>
                <a:prstClr val="white">
                  <a:alpha val="70000"/>
                </a:prstClr>
              </a:solidFill>
              <a:effectLst/>
              <a:uLnTx/>
              <a:uFillTx/>
              <a:latin typeface="Avenir Next LT Pro Light"/>
              <a:ea typeface="+mn-ea"/>
              <a:cs typeface="+mn-cs"/>
            </a:endParaRPr>
          </a:p>
        </p:txBody>
      </p:sp>
      <p:sp>
        <p:nvSpPr>
          <p:cNvPr id="11" name="Slide Number Placeholder 5">
            <a:extLst>
              <a:ext uri="{FF2B5EF4-FFF2-40B4-BE49-F238E27FC236}">
                <a16:creationId xmlns:a16="http://schemas.microsoft.com/office/drawing/2014/main" id="{5510D382-212F-47D7-A76F-181F22622C97}"/>
              </a:ext>
            </a:extLst>
          </p:cNvPr>
          <p:cNvSpPr>
            <a:spLocks noGrp="1"/>
          </p:cNvSpPr>
          <p:nvPr>
            <p:ph type="sldNum" sz="quarter" idx="12"/>
          </p:nvPr>
        </p:nvSpPr>
        <p:spPr>
          <a:xfrm>
            <a:off x="9442800" y="6401999"/>
            <a:ext cx="2208212" cy="369332"/>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9607A7-8386-47DB-8578-DDEDD194E5D4}" type="slidenum">
              <a:rPr kumimoji="0" lang="en-US" sz="1000" b="0" i="0" u="none" strike="noStrike" kern="1200" cap="all" spc="300" normalizeH="0" baseline="0" noProof="0" smtClean="0">
                <a:ln>
                  <a:noFill/>
                </a:ln>
                <a:solidFill>
                  <a:prstClr val="white">
                    <a:alpha val="70000"/>
                  </a:prstClr>
                </a:solidFill>
                <a:effectLst/>
                <a:uLnTx/>
                <a:uFillTx/>
                <a:latin typeface="Avenir Next LT Pro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all" spc="300" normalizeH="0" baseline="0" noProof="0" dirty="0">
              <a:ln>
                <a:noFill/>
              </a:ln>
              <a:solidFill>
                <a:prstClr val="white">
                  <a:alpha val="70000"/>
                </a:prstClr>
              </a:solidFill>
              <a:effectLst/>
              <a:uLnTx/>
              <a:uFillTx/>
              <a:latin typeface="Avenir Next LT Pro Light"/>
              <a:ea typeface="+mn-ea"/>
              <a:cs typeface="+mn-cs"/>
            </a:endParaRPr>
          </a:p>
        </p:txBody>
      </p:sp>
      <p:cxnSp>
        <p:nvCxnSpPr>
          <p:cNvPr id="2" name="Straight Connector 1">
            <a:extLst>
              <a:ext uri="{FF2B5EF4-FFF2-40B4-BE49-F238E27FC236}">
                <a16:creationId xmlns:a16="http://schemas.microsoft.com/office/drawing/2014/main" id="{C476BAB9-3D46-228B-0268-9918F152492E}"/>
              </a:ext>
              <a:ext uri="{C183D7F6-B498-43B3-948B-1728B52AA6E4}">
                <adec:decorative xmlns:adec="http://schemas.microsoft.com/office/drawing/2017/decorative" val="1"/>
              </a:ext>
            </a:extLst>
          </p:cNvPr>
          <p:cNvCxnSpPr>
            <a:cxnSpLocks/>
          </p:cNvCxnSpPr>
          <p:nvPr userDrawn="1"/>
        </p:nvCxnSpPr>
        <p:spPr>
          <a:xfrm rot="5400000">
            <a:off x="4714750" y="1691606"/>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817919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35" name="Title 1">
            <a:extLst>
              <a:ext uri="{FF2B5EF4-FFF2-40B4-BE49-F238E27FC236}">
                <a16:creationId xmlns:a16="http://schemas.microsoft.com/office/drawing/2014/main" id="{C2262EB2-92F3-45D5-977D-A254F9DC45B3}"/>
              </a:ext>
            </a:extLst>
          </p:cNvPr>
          <p:cNvSpPr>
            <a:spLocks noGrp="1"/>
          </p:cNvSpPr>
          <p:nvPr>
            <p:ph type="title" hasCustomPrompt="1"/>
          </p:nvPr>
        </p:nvSpPr>
        <p:spPr>
          <a:xfrm>
            <a:off x="4984750" y="548640"/>
            <a:ext cx="6120000" cy="1371600"/>
          </a:xfrm>
        </p:spPr>
        <p:txBody>
          <a:bodyPr anchor="b" anchorCtr="0">
            <a:noAutofit/>
          </a:bodyPr>
          <a:lstStyle>
            <a:lvl1pPr algn="ctr">
              <a:defRPr/>
            </a:lvl1pPr>
          </a:lstStyle>
          <a:p>
            <a:pPr algn="ctr"/>
            <a:r>
              <a:rPr lang="en-US" dirty="0"/>
              <a:t>Click to add title</a:t>
            </a:r>
          </a:p>
        </p:txBody>
      </p:sp>
      <p:sp>
        <p:nvSpPr>
          <p:cNvPr id="42" name="Picture Placeholder 7">
            <a:extLst>
              <a:ext uri="{FF2B5EF4-FFF2-40B4-BE49-F238E27FC236}">
                <a16:creationId xmlns:a16="http://schemas.microsoft.com/office/drawing/2014/main" id="{08B7B76C-AD95-41C0-859E-9A612EE3EB69}"/>
              </a:ext>
            </a:extLst>
          </p:cNvPr>
          <p:cNvSpPr>
            <a:spLocks noGrp="1"/>
          </p:cNvSpPr>
          <p:nvPr>
            <p:ph type="pic" sz="quarter" idx="13" hasCustomPrompt="1"/>
          </p:nvPr>
        </p:nvSpPr>
        <p:spPr>
          <a:xfrm>
            <a:off x="0" y="0"/>
            <a:ext cx="3870325" cy="6858000"/>
          </a:xfrm>
        </p:spPr>
        <p:txBody>
          <a:bodyPr>
            <a:normAutofit/>
          </a:bodyPr>
          <a:lstStyle>
            <a:lvl1pPr marL="0" indent="0" algn="ctr">
              <a:buNone/>
              <a:defRPr sz="1800"/>
            </a:lvl1pPr>
          </a:lstStyle>
          <a:p>
            <a:r>
              <a:rPr lang="en-US" dirty="0"/>
              <a:t>Click icon to add photo</a:t>
            </a:r>
          </a:p>
        </p:txBody>
      </p:sp>
      <p:cxnSp>
        <p:nvCxnSpPr>
          <p:cNvPr id="37" name="Straight Connector 36">
            <a:extLst>
              <a:ext uri="{FF2B5EF4-FFF2-40B4-BE49-F238E27FC236}">
                <a16:creationId xmlns:a16="http://schemas.microsoft.com/office/drawing/2014/main" id="{FAF4E51F-526D-47C7-B091-D47773C1FEB8}"/>
              </a:ext>
              <a:ext uri="{C183D7F6-B498-43B3-948B-1728B52AA6E4}">
                <adec:decorative xmlns:adec="http://schemas.microsoft.com/office/drawing/2017/decorative" val="1"/>
              </a:ext>
            </a:extLst>
          </p:cNvPr>
          <p:cNvCxnSpPr>
            <a:cxnSpLocks/>
          </p:cNvCxnSpPr>
          <p:nvPr userDrawn="1"/>
        </p:nvCxnSpPr>
        <p:spPr>
          <a:xfrm>
            <a:off x="7774750" y="2310207"/>
            <a:ext cx="540000"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Content Placeholder 2">
            <a:extLst>
              <a:ext uri="{FF2B5EF4-FFF2-40B4-BE49-F238E27FC236}">
                <a16:creationId xmlns:a16="http://schemas.microsoft.com/office/drawing/2014/main" id="{E4FE061B-0356-4C6F-A2CA-12D48BE34A15}"/>
              </a:ext>
            </a:extLst>
          </p:cNvPr>
          <p:cNvSpPr>
            <a:spLocks noGrp="1"/>
          </p:cNvSpPr>
          <p:nvPr>
            <p:ph idx="1" hasCustomPrompt="1"/>
          </p:nvPr>
        </p:nvSpPr>
        <p:spPr>
          <a:xfrm>
            <a:off x="4984750" y="2759076"/>
            <a:ext cx="6121400" cy="3009899"/>
          </a:xfrm>
        </p:spPr>
        <p:txBody>
          <a:bodyPr>
            <a:noAutofit/>
          </a:bodyPr>
          <a:lstStyle>
            <a:lvl1pPr marL="0" indent="0">
              <a:lnSpc>
                <a:spcPct val="100000"/>
              </a:lnSpc>
              <a:spcBef>
                <a:spcPts val="1000"/>
              </a:spcBef>
              <a:buNone/>
              <a:defRPr sz="1800"/>
            </a:lvl1pPr>
            <a:lvl2pPr>
              <a:lnSpc>
                <a:spcPct val="100000"/>
              </a:lnSpc>
              <a:spcBef>
                <a:spcPts val="1000"/>
              </a:spcBef>
              <a:defRPr sz="1800"/>
            </a:lvl2pPr>
            <a:lvl3pPr>
              <a:lnSpc>
                <a:spcPct val="100000"/>
              </a:lnSpc>
              <a:spcBef>
                <a:spcPts val="1000"/>
              </a:spcBef>
              <a:defRPr sz="1800"/>
            </a:lvl3pPr>
            <a:lvl4pPr>
              <a:lnSpc>
                <a:spcPct val="100000"/>
              </a:lnSpc>
              <a:spcBef>
                <a:spcPts val="1000"/>
              </a:spcBef>
              <a:defRPr sz="1800"/>
            </a:lvl4pPr>
            <a:lvl5pPr>
              <a:lnSpc>
                <a:spcPct val="100000"/>
              </a:lnSpc>
              <a:spcBef>
                <a:spcPts val="1000"/>
              </a:spcBef>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a:p>
            <a:pPr lvl="0"/>
            <a:endParaRPr lang="en-US" dirty="0"/>
          </a:p>
        </p:txBody>
      </p:sp>
      <p:sp>
        <p:nvSpPr>
          <p:cNvPr id="39" name="Date Placeholder 3">
            <a:extLst>
              <a:ext uri="{FF2B5EF4-FFF2-40B4-BE49-F238E27FC236}">
                <a16:creationId xmlns:a16="http://schemas.microsoft.com/office/drawing/2014/main" id="{C9AB8836-3239-49B5-AB6F-4AF85F1F0654}"/>
              </a:ext>
            </a:extLst>
          </p:cNvPr>
          <p:cNvSpPr>
            <a:spLocks noGrp="1"/>
          </p:cNvSpPr>
          <p:nvPr>
            <p:ph type="dt" sz="half" idx="10"/>
          </p:nvPr>
        </p:nvSpPr>
        <p:spPr>
          <a:xfrm>
            <a:off x="541338" y="6401999"/>
            <a:ext cx="2206625" cy="369332"/>
          </a:xfrm>
        </p:spPr>
        <p:txBody>
          <a:bodyPr/>
          <a:lstStyle>
            <a:lvl1pPr>
              <a:defRPr>
                <a:effectLst>
                  <a:outerShdw blurRad="38100" dist="38100" dir="2700000" algn="tl">
                    <a:srgbClr val="000000">
                      <a:alpha val="43137"/>
                    </a:srgbClr>
                  </a:outerShdw>
                </a:effectLst>
              </a:defRPr>
            </a:lvl1pPr>
          </a:lstStyle>
          <a:p>
            <a:r>
              <a:rPr lang="en-US">
                <a:solidFill>
                  <a:srgbClr val="FFFFFF"/>
                </a:solidFill>
              </a:rPr>
              <a:t>20XX</a:t>
            </a:r>
            <a:endParaRPr lang="en-US" dirty="0">
              <a:solidFill>
                <a:srgbClr val="FFFFFF"/>
              </a:solidFill>
            </a:endParaRPr>
          </a:p>
        </p:txBody>
      </p:sp>
      <p:sp>
        <p:nvSpPr>
          <p:cNvPr id="40" name="Footer Placeholder 4">
            <a:extLst>
              <a:ext uri="{FF2B5EF4-FFF2-40B4-BE49-F238E27FC236}">
                <a16:creationId xmlns:a16="http://schemas.microsoft.com/office/drawing/2014/main" id="{77EAD6AC-E509-49A1-8E38-1CABD458AA0F}"/>
              </a:ext>
            </a:extLst>
          </p:cNvPr>
          <p:cNvSpPr>
            <a:spLocks noGrp="1"/>
          </p:cNvSpPr>
          <p:nvPr>
            <p:ph type="ftr" sz="quarter" idx="11"/>
          </p:nvPr>
        </p:nvSpPr>
        <p:spPr>
          <a:xfrm>
            <a:off x="3308350" y="6401999"/>
            <a:ext cx="5575300" cy="369332"/>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all" spc="300" normalizeH="0" baseline="0" noProof="0" dirty="0">
              <a:ln>
                <a:noFill/>
              </a:ln>
              <a:solidFill>
                <a:prstClr val="white">
                  <a:alpha val="70000"/>
                </a:prstClr>
              </a:solidFill>
              <a:effectLst/>
              <a:uLnTx/>
              <a:uFillTx/>
              <a:latin typeface="Avenir Next LT Pro Light"/>
              <a:ea typeface="+mn-ea"/>
              <a:cs typeface="+mn-cs"/>
            </a:endParaRPr>
          </a:p>
        </p:txBody>
      </p:sp>
      <p:sp>
        <p:nvSpPr>
          <p:cNvPr id="41" name="Slide Number Placeholder 5">
            <a:extLst>
              <a:ext uri="{FF2B5EF4-FFF2-40B4-BE49-F238E27FC236}">
                <a16:creationId xmlns:a16="http://schemas.microsoft.com/office/drawing/2014/main" id="{B689B03B-F230-4530-8C09-EFB8172382F2}"/>
              </a:ext>
            </a:extLst>
          </p:cNvPr>
          <p:cNvSpPr>
            <a:spLocks noGrp="1"/>
          </p:cNvSpPr>
          <p:nvPr>
            <p:ph type="sldNum" sz="quarter" idx="12"/>
          </p:nvPr>
        </p:nvSpPr>
        <p:spPr>
          <a:xfrm>
            <a:off x="9442800" y="6401999"/>
            <a:ext cx="2208212" cy="369332"/>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9607A7-8386-47DB-8578-DDEDD194E5D4}" type="slidenum">
              <a:rPr kumimoji="0" lang="en-US" sz="1000" b="0" i="0" u="none" strike="noStrike" kern="1200" cap="all" spc="300" normalizeH="0" baseline="0" noProof="0" smtClean="0">
                <a:ln>
                  <a:noFill/>
                </a:ln>
                <a:solidFill>
                  <a:prstClr val="white">
                    <a:alpha val="70000"/>
                  </a:prstClr>
                </a:solidFill>
                <a:effectLst/>
                <a:uLnTx/>
                <a:uFillTx/>
                <a:latin typeface="Avenir Next LT Pro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all" spc="300" normalizeH="0" baseline="0" noProof="0" dirty="0">
              <a:ln>
                <a:noFill/>
              </a:ln>
              <a:solidFill>
                <a:prstClr val="white">
                  <a:alpha val="70000"/>
                </a:prstClr>
              </a:solidFill>
              <a:effectLst/>
              <a:uLnTx/>
              <a:uFillTx/>
              <a:latin typeface="Avenir Next LT Pro Light"/>
              <a:ea typeface="+mn-ea"/>
              <a:cs typeface="+mn-cs"/>
            </a:endParaRPr>
          </a:p>
        </p:txBody>
      </p:sp>
    </p:spTree>
    <p:extLst>
      <p:ext uri="{BB962C8B-B14F-4D97-AF65-F5344CB8AC3E}">
        <p14:creationId xmlns:p14="http://schemas.microsoft.com/office/powerpoint/2010/main" val="146044926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Summary 1">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6745F42-F11E-4295-BA16-71120E66B951}"/>
              </a:ext>
              <a:ext uri="{C183D7F6-B498-43B3-948B-1728B52AA6E4}">
                <adec:decorative xmlns:adec="http://schemas.microsoft.com/office/drawing/2017/decorative" val="1"/>
              </a:ext>
            </a:extLst>
          </p:cNvPr>
          <p:cNvSpPr/>
          <p:nvPr userDrawn="1"/>
        </p:nvSpPr>
        <p:spPr>
          <a:xfrm>
            <a:off x="0" y="2980706"/>
            <a:ext cx="12192000" cy="3877293"/>
          </a:xfrm>
          <a:prstGeom prst="rect">
            <a:avLst/>
          </a:prstGeom>
          <a:solidFill>
            <a:schemeClr val="bg1">
              <a:alpha val="2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alpha val="30000"/>
                </a:prstClr>
              </a:solidFill>
              <a:effectLst/>
              <a:uLnTx/>
              <a:uFillTx/>
              <a:latin typeface="Avenir Next LT Pro Light"/>
              <a:ea typeface="+mn-ea"/>
              <a:cs typeface="+mn-cs"/>
            </a:endParaRPr>
          </a:p>
        </p:txBody>
      </p:sp>
      <p:sp>
        <p:nvSpPr>
          <p:cNvPr id="7" name="Title 1">
            <a:extLst>
              <a:ext uri="{FF2B5EF4-FFF2-40B4-BE49-F238E27FC236}">
                <a16:creationId xmlns:a16="http://schemas.microsoft.com/office/drawing/2014/main" id="{3036F7FC-6006-4472-BC70-30C283ABC126}"/>
              </a:ext>
            </a:extLst>
          </p:cNvPr>
          <p:cNvSpPr>
            <a:spLocks noGrp="1"/>
          </p:cNvSpPr>
          <p:nvPr>
            <p:ph type="title" hasCustomPrompt="1"/>
          </p:nvPr>
        </p:nvSpPr>
        <p:spPr>
          <a:xfrm>
            <a:off x="540988" y="540000"/>
            <a:ext cx="3884962" cy="2011680"/>
          </a:xfrm>
        </p:spPr>
        <p:txBody>
          <a:bodyPr anchor="ctr" anchorCtr="0"/>
          <a:lstStyle>
            <a:lvl1pPr algn="ctr">
              <a:defRPr/>
            </a:lvl1pPr>
          </a:lstStyle>
          <a:p>
            <a:pPr algn="ctr"/>
            <a:r>
              <a:rPr lang="en-US" dirty="0"/>
              <a:t>Click to add title</a:t>
            </a:r>
          </a:p>
        </p:txBody>
      </p:sp>
      <p:cxnSp>
        <p:nvCxnSpPr>
          <p:cNvPr id="8" name="Straight Connector 7">
            <a:extLst>
              <a:ext uri="{FF2B5EF4-FFF2-40B4-BE49-F238E27FC236}">
                <a16:creationId xmlns:a16="http://schemas.microsoft.com/office/drawing/2014/main" id="{3265A73B-104E-43C7-BBEC-C2B3D52E1C21}"/>
              </a:ext>
              <a:ext uri="{C183D7F6-B498-43B3-948B-1728B52AA6E4}">
                <adec:decorative xmlns:adec="http://schemas.microsoft.com/office/drawing/2017/decorative" val="1"/>
              </a:ext>
            </a:extLst>
          </p:cNvPr>
          <p:cNvCxnSpPr>
            <a:cxnSpLocks/>
          </p:cNvCxnSpPr>
          <p:nvPr userDrawn="1"/>
        </p:nvCxnSpPr>
        <p:spPr>
          <a:xfrm rot="5400000">
            <a:off x="4714750" y="1545840"/>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Content Placeholder 2">
            <a:extLst>
              <a:ext uri="{FF2B5EF4-FFF2-40B4-BE49-F238E27FC236}">
                <a16:creationId xmlns:a16="http://schemas.microsoft.com/office/drawing/2014/main" id="{8FE0F1ED-567A-464B-A7AB-53B58F510B08}"/>
              </a:ext>
            </a:extLst>
          </p:cNvPr>
          <p:cNvSpPr>
            <a:spLocks noGrp="1"/>
          </p:cNvSpPr>
          <p:nvPr>
            <p:ph idx="1" hasCustomPrompt="1"/>
          </p:nvPr>
        </p:nvSpPr>
        <p:spPr>
          <a:xfrm>
            <a:off x="5543552" y="540000"/>
            <a:ext cx="6107460" cy="2011680"/>
          </a:xfrm>
        </p:spPr>
        <p:txBody>
          <a:bodyPr anchor="ctr">
            <a:normAutofit/>
          </a:bodyPr>
          <a:lstStyle>
            <a:lvl1pPr marL="0" indent="0" algn="l">
              <a:lnSpc>
                <a:spcPct val="100000"/>
              </a:lnSpc>
              <a:buNone/>
              <a:defRPr sz="1800"/>
            </a:lvl1pPr>
            <a:lvl2pPr>
              <a:defRPr sz="1800"/>
            </a:lvl2pPr>
            <a:lvl3pPr marL="720000" indent="0">
              <a:buNone/>
              <a:defRPr sz="1800"/>
            </a:lvl3pPr>
            <a:lvl4pPr>
              <a:defRPr sz="1800"/>
            </a:lvl4pPr>
            <a:lvl5pPr marL="1440000" indent="0">
              <a:buNone/>
              <a:defRPr/>
            </a:lvl5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4" name="Table Placeholder 3">
            <a:extLst>
              <a:ext uri="{FF2B5EF4-FFF2-40B4-BE49-F238E27FC236}">
                <a16:creationId xmlns:a16="http://schemas.microsoft.com/office/drawing/2014/main" id="{EBDB4AB8-A251-1D19-89FE-D1E389DC72CE}"/>
              </a:ext>
            </a:extLst>
          </p:cNvPr>
          <p:cNvSpPr>
            <a:spLocks noGrp="1"/>
          </p:cNvSpPr>
          <p:nvPr>
            <p:ph type="tbl" sz="quarter" idx="13" hasCustomPrompt="1"/>
          </p:nvPr>
        </p:nvSpPr>
        <p:spPr>
          <a:xfrm>
            <a:off x="540988" y="3487738"/>
            <a:ext cx="11110023" cy="2486025"/>
          </a:xfrm>
        </p:spPr>
        <p:txBody>
          <a:bodyPr/>
          <a:lstStyle>
            <a:lvl1pPr>
              <a:defRPr/>
            </a:lvl1pPr>
          </a:lstStyle>
          <a:p>
            <a:r>
              <a:rPr lang="en-US" dirty="0"/>
              <a:t>Click icon to insert table</a:t>
            </a:r>
          </a:p>
        </p:txBody>
      </p:sp>
      <p:sp>
        <p:nvSpPr>
          <p:cNvPr id="15" name="Date Placeholder 3">
            <a:extLst>
              <a:ext uri="{FF2B5EF4-FFF2-40B4-BE49-F238E27FC236}">
                <a16:creationId xmlns:a16="http://schemas.microsoft.com/office/drawing/2014/main" id="{F23808ED-A697-419E-B2B9-925BC80462D9}"/>
              </a:ext>
            </a:extLst>
          </p:cNvPr>
          <p:cNvSpPr>
            <a:spLocks noGrp="1"/>
          </p:cNvSpPr>
          <p:nvPr>
            <p:ph type="dt" sz="half" idx="10"/>
          </p:nvPr>
        </p:nvSpPr>
        <p:spPr>
          <a:xfrm>
            <a:off x="541338" y="6401999"/>
            <a:ext cx="2206625" cy="369332"/>
          </a:xfrm>
        </p:spPr>
        <p:txBody>
          <a:bodyPr/>
          <a:lstStyle>
            <a:lvl1pPr>
              <a:defRPr/>
            </a:lvl1pPr>
          </a:lstStyle>
          <a:p>
            <a:pPr>
              <a:defRPr/>
            </a:pPr>
            <a:r>
              <a:rPr lang="en-US">
                <a:solidFill>
                  <a:prstClr val="white">
                    <a:alpha val="70000"/>
                  </a:prstClr>
                </a:solidFill>
              </a:rPr>
              <a:t>20XX</a:t>
            </a:r>
            <a:endParaRPr lang="en-US" dirty="0">
              <a:solidFill>
                <a:prstClr val="white">
                  <a:alpha val="70000"/>
                </a:prstClr>
              </a:solidFill>
            </a:endParaRPr>
          </a:p>
        </p:txBody>
      </p:sp>
      <p:sp>
        <p:nvSpPr>
          <p:cNvPr id="16" name="Footer Placeholder 4">
            <a:extLst>
              <a:ext uri="{FF2B5EF4-FFF2-40B4-BE49-F238E27FC236}">
                <a16:creationId xmlns:a16="http://schemas.microsoft.com/office/drawing/2014/main" id="{82CBC00E-8DBE-41F7-B5EC-A273F7184936}"/>
              </a:ext>
            </a:extLst>
          </p:cNvPr>
          <p:cNvSpPr>
            <a:spLocks noGrp="1"/>
          </p:cNvSpPr>
          <p:nvPr>
            <p:ph type="ftr" sz="quarter" idx="11"/>
          </p:nvPr>
        </p:nvSpPr>
        <p:spPr>
          <a:xfrm>
            <a:off x="3308350" y="6401999"/>
            <a:ext cx="5575300" cy="369332"/>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all" spc="300" normalizeH="0" baseline="0" noProof="0" dirty="0">
              <a:ln>
                <a:noFill/>
              </a:ln>
              <a:solidFill>
                <a:prstClr val="white">
                  <a:alpha val="70000"/>
                </a:prstClr>
              </a:solidFill>
              <a:effectLst/>
              <a:uLnTx/>
              <a:uFillTx/>
              <a:latin typeface="Avenir Next LT Pro Light"/>
              <a:ea typeface="+mn-ea"/>
              <a:cs typeface="+mn-cs"/>
            </a:endParaRPr>
          </a:p>
        </p:txBody>
      </p:sp>
      <p:sp>
        <p:nvSpPr>
          <p:cNvPr id="17" name="Slide Number Placeholder 5">
            <a:extLst>
              <a:ext uri="{FF2B5EF4-FFF2-40B4-BE49-F238E27FC236}">
                <a16:creationId xmlns:a16="http://schemas.microsoft.com/office/drawing/2014/main" id="{EC8BA04E-DB40-4D07-9B73-37122A902296}"/>
              </a:ext>
            </a:extLst>
          </p:cNvPr>
          <p:cNvSpPr>
            <a:spLocks noGrp="1"/>
          </p:cNvSpPr>
          <p:nvPr>
            <p:ph type="sldNum" sz="quarter" idx="12"/>
          </p:nvPr>
        </p:nvSpPr>
        <p:spPr>
          <a:xfrm>
            <a:off x="9442800" y="6401999"/>
            <a:ext cx="2208212" cy="369332"/>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9607A7-8386-47DB-8578-DDEDD194E5D4}" type="slidenum">
              <a:rPr kumimoji="0" lang="en-US" sz="1000" b="0" i="0" u="none" strike="noStrike" kern="1200" cap="all" spc="300" normalizeH="0" baseline="0" noProof="0" smtClean="0">
                <a:ln>
                  <a:noFill/>
                </a:ln>
                <a:solidFill>
                  <a:prstClr val="white">
                    <a:alpha val="70000"/>
                  </a:prstClr>
                </a:solidFill>
                <a:effectLst/>
                <a:uLnTx/>
                <a:uFillTx/>
                <a:latin typeface="Avenir Next LT Pro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all" spc="300" normalizeH="0" baseline="0" noProof="0" dirty="0">
              <a:ln>
                <a:noFill/>
              </a:ln>
              <a:solidFill>
                <a:prstClr val="white">
                  <a:alpha val="70000"/>
                </a:prstClr>
              </a:solidFill>
              <a:effectLst/>
              <a:uLnTx/>
              <a:uFillTx/>
              <a:latin typeface="Avenir Next LT Pro Light"/>
              <a:ea typeface="+mn-ea"/>
              <a:cs typeface="+mn-cs"/>
            </a:endParaRPr>
          </a:p>
        </p:txBody>
      </p:sp>
    </p:spTree>
    <p:extLst>
      <p:ext uri="{BB962C8B-B14F-4D97-AF65-F5344CB8AC3E}">
        <p14:creationId xmlns:p14="http://schemas.microsoft.com/office/powerpoint/2010/main" val="17467403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Title and Content 5">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580A73D-6706-8DB1-BAA5-9EC91EF6D306}"/>
              </a:ext>
              <a:ext uri="{C183D7F6-B498-43B3-948B-1728B52AA6E4}">
                <adec:decorative xmlns:adec="http://schemas.microsoft.com/office/drawing/2017/decorative" val="1"/>
              </a:ext>
            </a:extLst>
          </p:cNvPr>
          <p:cNvSpPr/>
          <p:nvPr userDrawn="1"/>
        </p:nvSpPr>
        <p:spPr>
          <a:xfrm>
            <a:off x="6654794" y="0"/>
            <a:ext cx="5537206" cy="6858000"/>
          </a:xfrm>
          <a:prstGeom prst="rect">
            <a:avLst/>
          </a:prstGeom>
          <a:solidFill>
            <a:schemeClr val="bg1">
              <a:alpha val="2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alpha val="20000"/>
                </a:prstClr>
              </a:solidFill>
              <a:effectLst/>
              <a:uLnTx/>
              <a:uFillTx/>
              <a:latin typeface="Avenir Next LT Pro Light"/>
              <a:ea typeface="+mn-ea"/>
              <a:cs typeface="+mn-cs"/>
            </a:endParaRPr>
          </a:p>
        </p:txBody>
      </p:sp>
      <p:sp>
        <p:nvSpPr>
          <p:cNvPr id="7" name="Title 1">
            <a:extLst>
              <a:ext uri="{FF2B5EF4-FFF2-40B4-BE49-F238E27FC236}">
                <a16:creationId xmlns:a16="http://schemas.microsoft.com/office/drawing/2014/main" id="{55FC5AD6-5EA9-4D31-BA29-EE3AABE22325}"/>
              </a:ext>
            </a:extLst>
          </p:cNvPr>
          <p:cNvSpPr>
            <a:spLocks noGrp="1"/>
          </p:cNvSpPr>
          <p:nvPr>
            <p:ph type="title" hasCustomPrompt="1"/>
          </p:nvPr>
        </p:nvSpPr>
        <p:spPr>
          <a:xfrm>
            <a:off x="7091677" y="548640"/>
            <a:ext cx="4663440" cy="1371600"/>
          </a:xfrm>
        </p:spPr>
        <p:txBody>
          <a:bodyPr wrap="square" anchor="b" anchorCtr="0">
            <a:normAutofit/>
          </a:bodyPr>
          <a:lstStyle>
            <a:lvl1pPr algn="ctr">
              <a:defRPr/>
            </a:lvl1pPr>
          </a:lstStyle>
          <a:p>
            <a:pPr algn="ctr"/>
            <a:r>
              <a:rPr lang="en-US" dirty="0"/>
              <a:t>Click to add title</a:t>
            </a:r>
          </a:p>
        </p:txBody>
      </p:sp>
      <p:sp>
        <p:nvSpPr>
          <p:cNvPr id="3" name="Content Placeholder 3">
            <a:extLst>
              <a:ext uri="{FF2B5EF4-FFF2-40B4-BE49-F238E27FC236}">
                <a16:creationId xmlns:a16="http://schemas.microsoft.com/office/drawing/2014/main" id="{6A2E018F-B83F-5D9E-94F4-2B1C285CED13}"/>
              </a:ext>
            </a:extLst>
          </p:cNvPr>
          <p:cNvSpPr>
            <a:spLocks noGrp="1"/>
          </p:cNvSpPr>
          <p:nvPr>
            <p:ph sz="quarter" idx="19" hasCustomPrompt="1"/>
          </p:nvPr>
        </p:nvSpPr>
        <p:spPr>
          <a:xfrm>
            <a:off x="548640" y="548640"/>
            <a:ext cx="5575300" cy="5656016"/>
          </a:xfrm>
        </p:spPr>
        <p:txBody>
          <a:bodyPr>
            <a:noAutofit/>
          </a:bodyPr>
          <a:lstStyle>
            <a:lvl1pPr marL="283464" indent="-283464">
              <a:spcBef>
                <a:spcPts val="500"/>
              </a:spcBef>
              <a:defRPr sz="1800"/>
            </a:lvl1pPr>
            <a:lvl2pPr marL="283464">
              <a:spcBef>
                <a:spcPts val="500"/>
              </a:spcBef>
              <a:defRPr sz="1800"/>
            </a:lvl2pPr>
            <a:lvl3pPr marL="685800" indent="-283464">
              <a:spcBef>
                <a:spcPts val="500"/>
              </a:spcBef>
              <a:defRPr sz="1800"/>
            </a:lvl3pPr>
            <a:lvl4pPr marL="685800">
              <a:spcBef>
                <a:spcPts val="500"/>
              </a:spcBef>
              <a:defRPr sz="1800"/>
            </a:lvl4pPr>
            <a:lvl5pPr marL="1143000" indent="-283464">
              <a:spcBef>
                <a:spcPts val="500"/>
              </a:spcBef>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Content Placeholder 3">
            <a:extLst>
              <a:ext uri="{FF2B5EF4-FFF2-40B4-BE49-F238E27FC236}">
                <a16:creationId xmlns:a16="http://schemas.microsoft.com/office/drawing/2014/main" id="{2266A202-7CFD-8B3B-C33C-D85F06445EC8}"/>
              </a:ext>
            </a:extLst>
          </p:cNvPr>
          <p:cNvSpPr>
            <a:spLocks noGrp="1"/>
          </p:cNvSpPr>
          <p:nvPr>
            <p:ph sz="quarter" idx="18" hasCustomPrompt="1"/>
          </p:nvPr>
        </p:nvSpPr>
        <p:spPr>
          <a:xfrm>
            <a:off x="7091676" y="2751236"/>
            <a:ext cx="4663440" cy="3453420"/>
          </a:xfrm>
        </p:spPr>
        <p:txBody>
          <a:bodyPr lIns="137160">
            <a:noAutofit/>
          </a:bodyPr>
          <a:lstStyle>
            <a:lvl1pPr marL="342900" indent="-342900">
              <a:spcBef>
                <a:spcPts val="1000"/>
              </a:spcBef>
              <a:buClr>
                <a:schemeClr val="accent5">
                  <a:lumMod val="60000"/>
                  <a:lumOff val="40000"/>
                </a:schemeClr>
              </a:buClr>
              <a:buFont typeface="+mj-lt"/>
              <a:buAutoNum type="arabicPeriod"/>
              <a:defRPr sz="1800"/>
            </a:lvl1pPr>
            <a:lvl2pPr marL="702900" indent="-342900">
              <a:spcBef>
                <a:spcPts val="1000"/>
              </a:spcBef>
              <a:buClr>
                <a:schemeClr val="accent5">
                  <a:lumMod val="60000"/>
                  <a:lumOff val="40000"/>
                </a:schemeClr>
              </a:buClr>
              <a:buFont typeface="+mj-lt"/>
              <a:buAutoNum type="arabicPeriod"/>
              <a:defRPr sz="1800"/>
            </a:lvl2pPr>
            <a:lvl3pPr marL="1139436" indent="-342900">
              <a:spcBef>
                <a:spcPts val="1000"/>
              </a:spcBef>
              <a:buClr>
                <a:schemeClr val="accent5">
                  <a:lumMod val="60000"/>
                  <a:lumOff val="40000"/>
                </a:schemeClr>
              </a:buClr>
              <a:buFont typeface="+mj-lt"/>
              <a:buAutoNum type="arabicPeriod"/>
              <a:defRPr sz="1800"/>
            </a:lvl3pPr>
            <a:lvl4pPr marL="1422900" indent="-342900">
              <a:spcBef>
                <a:spcPts val="1000"/>
              </a:spcBef>
              <a:buClr>
                <a:schemeClr val="accent5">
                  <a:lumMod val="60000"/>
                  <a:lumOff val="40000"/>
                </a:schemeClr>
              </a:buClr>
              <a:buFont typeface="+mj-lt"/>
              <a:buAutoNum type="arabicPeriod"/>
              <a:defRPr sz="1800"/>
            </a:lvl4pPr>
            <a:lvl5pPr marL="1859436" indent="-342900">
              <a:spcBef>
                <a:spcPts val="1000"/>
              </a:spcBef>
              <a:buClr>
                <a:schemeClr val="accent5">
                  <a:lumMod val="60000"/>
                  <a:lumOff val="40000"/>
                </a:schemeClr>
              </a:buClr>
              <a:buFont typeface="+mj-lt"/>
              <a:buAutoNum type="arabicPeriod"/>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Date Placeholder 3">
            <a:extLst>
              <a:ext uri="{FF2B5EF4-FFF2-40B4-BE49-F238E27FC236}">
                <a16:creationId xmlns:a16="http://schemas.microsoft.com/office/drawing/2014/main" id="{85D87A86-18DB-4F48-991B-B96728C9E2B2}"/>
              </a:ext>
            </a:extLst>
          </p:cNvPr>
          <p:cNvSpPr>
            <a:spLocks noGrp="1"/>
          </p:cNvSpPr>
          <p:nvPr>
            <p:ph type="dt" sz="half" idx="10"/>
          </p:nvPr>
        </p:nvSpPr>
        <p:spPr>
          <a:xfrm>
            <a:off x="541338" y="6401999"/>
            <a:ext cx="2206625" cy="369332"/>
          </a:xfrm>
        </p:spPr>
        <p:txBody>
          <a:bodyPr/>
          <a:lstStyle>
            <a:lvl1pPr>
              <a:defRPr/>
            </a:lvl1pPr>
          </a:lstStyle>
          <a:p>
            <a:pPr>
              <a:defRPr/>
            </a:pPr>
            <a:r>
              <a:rPr lang="en-US">
                <a:solidFill>
                  <a:prstClr val="white">
                    <a:alpha val="70000"/>
                  </a:prstClr>
                </a:solidFill>
              </a:rPr>
              <a:t>20XX</a:t>
            </a:r>
            <a:endParaRPr lang="en-US" dirty="0">
              <a:solidFill>
                <a:prstClr val="white">
                  <a:alpha val="70000"/>
                </a:prstClr>
              </a:solidFill>
            </a:endParaRPr>
          </a:p>
        </p:txBody>
      </p:sp>
      <p:sp>
        <p:nvSpPr>
          <p:cNvPr id="10" name="Footer Placeholder 4">
            <a:extLst>
              <a:ext uri="{FF2B5EF4-FFF2-40B4-BE49-F238E27FC236}">
                <a16:creationId xmlns:a16="http://schemas.microsoft.com/office/drawing/2014/main" id="{E9F77D95-7E8B-48BA-B550-76A5C297FE04}"/>
              </a:ext>
            </a:extLst>
          </p:cNvPr>
          <p:cNvSpPr>
            <a:spLocks noGrp="1"/>
          </p:cNvSpPr>
          <p:nvPr>
            <p:ph type="ftr" sz="quarter" idx="11"/>
          </p:nvPr>
        </p:nvSpPr>
        <p:spPr>
          <a:xfrm>
            <a:off x="3308350" y="6401999"/>
            <a:ext cx="5575300" cy="369332"/>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all" spc="300" normalizeH="0" baseline="0" noProof="0" dirty="0">
              <a:ln>
                <a:noFill/>
              </a:ln>
              <a:solidFill>
                <a:prstClr val="white">
                  <a:alpha val="70000"/>
                </a:prstClr>
              </a:solidFill>
              <a:effectLst/>
              <a:uLnTx/>
              <a:uFillTx/>
              <a:latin typeface="Avenir Next LT Pro Light"/>
              <a:ea typeface="+mn-ea"/>
              <a:cs typeface="+mn-cs"/>
            </a:endParaRPr>
          </a:p>
        </p:txBody>
      </p:sp>
      <p:sp>
        <p:nvSpPr>
          <p:cNvPr id="11" name="Slide Number Placeholder 5">
            <a:extLst>
              <a:ext uri="{FF2B5EF4-FFF2-40B4-BE49-F238E27FC236}">
                <a16:creationId xmlns:a16="http://schemas.microsoft.com/office/drawing/2014/main" id="{5510D382-212F-47D7-A76F-181F22622C97}"/>
              </a:ext>
            </a:extLst>
          </p:cNvPr>
          <p:cNvSpPr>
            <a:spLocks noGrp="1"/>
          </p:cNvSpPr>
          <p:nvPr>
            <p:ph type="sldNum" sz="quarter" idx="12"/>
          </p:nvPr>
        </p:nvSpPr>
        <p:spPr>
          <a:xfrm>
            <a:off x="9442800" y="6401999"/>
            <a:ext cx="2208212" cy="369332"/>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9607A7-8386-47DB-8578-DDEDD194E5D4}" type="slidenum">
              <a:rPr kumimoji="0" lang="en-US" sz="1000" b="0" i="0" u="none" strike="noStrike" kern="1200" cap="all" spc="300" normalizeH="0" baseline="0" noProof="0" smtClean="0">
                <a:ln>
                  <a:noFill/>
                </a:ln>
                <a:solidFill>
                  <a:prstClr val="white">
                    <a:alpha val="70000"/>
                  </a:prstClr>
                </a:solidFill>
                <a:effectLst/>
                <a:uLnTx/>
                <a:uFillTx/>
                <a:latin typeface="Avenir Next LT Pro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all" spc="300" normalizeH="0" baseline="0" noProof="0" dirty="0">
              <a:ln>
                <a:noFill/>
              </a:ln>
              <a:solidFill>
                <a:prstClr val="white">
                  <a:alpha val="70000"/>
                </a:prstClr>
              </a:solidFill>
              <a:effectLst/>
              <a:uLnTx/>
              <a:uFillTx/>
              <a:latin typeface="Avenir Next LT Pro Light"/>
              <a:ea typeface="+mn-ea"/>
              <a:cs typeface="+mn-cs"/>
            </a:endParaRPr>
          </a:p>
        </p:txBody>
      </p:sp>
      <p:cxnSp>
        <p:nvCxnSpPr>
          <p:cNvPr id="8" name="Straight Connector 7">
            <a:extLst>
              <a:ext uri="{FF2B5EF4-FFF2-40B4-BE49-F238E27FC236}">
                <a16:creationId xmlns:a16="http://schemas.microsoft.com/office/drawing/2014/main" id="{10EFDB4E-BF6D-A408-5BC2-566CFAECDB4A}"/>
              </a:ext>
              <a:ext uri="{C183D7F6-B498-43B3-948B-1728B52AA6E4}">
                <adec:decorative xmlns:adec="http://schemas.microsoft.com/office/drawing/2017/decorative" val="1"/>
              </a:ext>
            </a:extLst>
          </p:cNvPr>
          <p:cNvCxnSpPr>
            <a:cxnSpLocks/>
          </p:cNvCxnSpPr>
          <p:nvPr userDrawn="1"/>
        </p:nvCxnSpPr>
        <p:spPr>
          <a:xfrm>
            <a:off x="9146739" y="2310207"/>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6699582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Table">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5ABF0D4-6E3E-4B6A-9402-0B1819B2EA41}"/>
              </a:ext>
            </a:extLst>
          </p:cNvPr>
          <p:cNvSpPr>
            <a:spLocks noGrp="1"/>
          </p:cNvSpPr>
          <p:nvPr>
            <p:ph type="title" hasCustomPrompt="1"/>
          </p:nvPr>
        </p:nvSpPr>
        <p:spPr>
          <a:xfrm>
            <a:off x="1066800" y="548640"/>
            <a:ext cx="10058400" cy="1097280"/>
          </a:xfrm>
        </p:spPr>
        <p:txBody>
          <a:bodyPr wrap="square" anchor="ctr" anchorCtr="0">
            <a:noAutofit/>
          </a:bodyPr>
          <a:lstStyle>
            <a:lvl1pPr algn="ctr">
              <a:defRPr/>
            </a:lvl1pPr>
          </a:lstStyle>
          <a:p>
            <a:pPr algn="ctr"/>
            <a:r>
              <a:rPr lang="en-US" dirty="0"/>
              <a:t>Click to add title</a:t>
            </a:r>
          </a:p>
        </p:txBody>
      </p:sp>
      <p:cxnSp>
        <p:nvCxnSpPr>
          <p:cNvPr id="7" name="Straight Connector 6">
            <a:extLst>
              <a:ext uri="{FF2B5EF4-FFF2-40B4-BE49-F238E27FC236}">
                <a16:creationId xmlns:a16="http://schemas.microsoft.com/office/drawing/2014/main" id="{5DAB4820-09C0-4A6A-9DEF-D377D04A2CE8}"/>
              </a:ext>
              <a:ext uri="{C183D7F6-B498-43B3-948B-1728B52AA6E4}">
                <adec:decorative xmlns:adec="http://schemas.microsoft.com/office/drawing/2017/decorative" val="1"/>
              </a:ext>
            </a:extLst>
          </p:cNvPr>
          <p:cNvCxnSpPr>
            <a:cxnSpLocks/>
          </p:cNvCxnSpPr>
          <p:nvPr userDrawn="1"/>
        </p:nvCxnSpPr>
        <p:spPr>
          <a:xfrm>
            <a:off x="5819649" y="1828800"/>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Content Placeholder 12">
            <a:extLst>
              <a:ext uri="{FF2B5EF4-FFF2-40B4-BE49-F238E27FC236}">
                <a16:creationId xmlns:a16="http://schemas.microsoft.com/office/drawing/2014/main" id="{CD6B5DAE-9335-B3AD-445C-296C2E06A2AD}"/>
              </a:ext>
            </a:extLst>
          </p:cNvPr>
          <p:cNvSpPr>
            <a:spLocks noGrp="1"/>
          </p:cNvSpPr>
          <p:nvPr>
            <p:ph sz="quarter" idx="14" hasCustomPrompt="1"/>
          </p:nvPr>
        </p:nvSpPr>
        <p:spPr>
          <a:xfrm>
            <a:off x="882650" y="2441575"/>
            <a:ext cx="10058400" cy="3450265"/>
          </a:xfrm>
        </p:spPr>
        <p:txBody>
          <a:bodyPr/>
          <a:lstStyle>
            <a:lvl1pPr marL="283464" indent="-283464">
              <a:defRPr/>
            </a:lvl1pPr>
            <a:lvl2pPr marL="283464" indent="0">
              <a:defRPr/>
            </a:lvl2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3">
            <a:extLst>
              <a:ext uri="{FF2B5EF4-FFF2-40B4-BE49-F238E27FC236}">
                <a16:creationId xmlns:a16="http://schemas.microsoft.com/office/drawing/2014/main" id="{75B58DA2-1433-4624-A301-D9496CB28975}"/>
              </a:ext>
            </a:extLst>
          </p:cNvPr>
          <p:cNvSpPr>
            <a:spLocks noGrp="1"/>
          </p:cNvSpPr>
          <p:nvPr>
            <p:ph type="dt" sz="half" idx="10"/>
          </p:nvPr>
        </p:nvSpPr>
        <p:spPr>
          <a:xfrm>
            <a:off x="541338" y="6401999"/>
            <a:ext cx="2206625" cy="369332"/>
          </a:xfrm>
        </p:spPr>
        <p:txBody>
          <a:bodyPr/>
          <a:lstStyle>
            <a:lvl1pPr>
              <a:defRPr/>
            </a:lvl1pPr>
          </a:lstStyle>
          <a:p>
            <a:pPr>
              <a:defRPr/>
            </a:pPr>
            <a:r>
              <a:rPr lang="en-US">
                <a:solidFill>
                  <a:prstClr val="white">
                    <a:alpha val="70000"/>
                  </a:prstClr>
                </a:solidFill>
              </a:rPr>
              <a:t>20XX</a:t>
            </a:r>
            <a:endParaRPr lang="en-US" dirty="0">
              <a:solidFill>
                <a:prstClr val="white">
                  <a:alpha val="70000"/>
                </a:prstClr>
              </a:solidFill>
            </a:endParaRPr>
          </a:p>
        </p:txBody>
      </p:sp>
      <p:sp>
        <p:nvSpPr>
          <p:cNvPr id="9" name="Footer Placeholder 4">
            <a:extLst>
              <a:ext uri="{FF2B5EF4-FFF2-40B4-BE49-F238E27FC236}">
                <a16:creationId xmlns:a16="http://schemas.microsoft.com/office/drawing/2014/main" id="{428E4701-5991-4858-AE71-47400E64FE23}"/>
              </a:ext>
            </a:extLst>
          </p:cNvPr>
          <p:cNvSpPr>
            <a:spLocks noGrp="1"/>
          </p:cNvSpPr>
          <p:nvPr>
            <p:ph type="ftr" sz="quarter" idx="11"/>
          </p:nvPr>
        </p:nvSpPr>
        <p:spPr>
          <a:xfrm>
            <a:off x="3308350" y="6401999"/>
            <a:ext cx="5575300" cy="369332"/>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all" spc="300" normalizeH="0" baseline="0" noProof="0" dirty="0">
              <a:ln>
                <a:noFill/>
              </a:ln>
              <a:solidFill>
                <a:prstClr val="white">
                  <a:alpha val="70000"/>
                </a:prstClr>
              </a:solidFill>
              <a:effectLst/>
              <a:uLnTx/>
              <a:uFillTx/>
              <a:latin typeface="Avenir Next LT Pro Light"/>
              <a:ea typeface="+mn-ea"/>
              <a:cs typeface="+mn-cs"/>
            </a:endParaRPr>
          </a:p>
        </p:txBody>
      </p:sp>
      <p:sp>
        <p:nvSpPr>
          <p:cNvPr id="10" name="Slide Number Placeholder 5">
            <a:extLst>
              <a:ext uri="{FF2B5EF4-FFF2-40B4-BE49-F238E27FC236}">
                <a16:creationId xmlns:a16="http://schemas.microsoft.com/office/drawing/2014/main" id="{AC430A52-01FF-4B61-8B7A-C60A8D06B2A6}"/>
              </a:ext>
            </a:extLst>
          </p:cNvPr>
          <p:cNvSpPr>
            <a:spLocks noGrp="1"/>
          </p:cNvSpPr>
          <p:nvPr>
            <p:ph type="sldNum" sz="quarter" idx="12"/>
          </p:nvPr>
        </p:nvSpPr>
        <p:spPr>
          <a:xfrm>
            <a:off x="9442800" y="6401999"/>
            <a:ext cx="2208212" cy="369332"/>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9607A7-8386-47DB-8578-DDEDD194E5D4}" type="slidenum">
              <a:rPr kumimoji="0" lang="en-US" sz="1000" b="0" i="0" u="none" strike="noStrike" kern="1200" cap="all" spc="300" normalizeH="0" baseline="0" noProof="0" smtClean="0">
                <a:ln>
                  <a:noFill/>
                </a:ln>
                <a:solidFill>
                  <a:prstClr val="white">
                    <a:alpha val="70000"/>
                  </a:prstClr>
                </a:solidFill>
                <a:effectLst/>
                <a:uLnTx/>
                <a:uFillTx/>
                <a:latin typeface="Avenir Next LT Pro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all" spc="300" normalizeH="0" baseline="0" noProof="0" dirty="0">
              <a:ln>
                <a:noFill/>
              </a:ln>
              <a:solidFill>
                <a:prstClr val="white">
                  <a:alpha val="70000"/>
                </a:prstClr>
              </a:solidFill>
              <a:effectLst/>
              <a:uLnTx/>
              <a:uFillTx/>
              <a:latin typeface="Avenir Next LT Pro Light"/>
              <a:ea typeface="+mn-ea"/>
              <a:cs typeface="+mn-cs"/>
            </a:endParaRPr>
          </a:p>
        </p:txBody>
      </p:sp>
    </p:spTree>
    <p:extLst>
      <p:ext uri="{BB962C8B-B14F-4D97-AF65-F5344CB8AC3E}">
        <p14:creationId xmlns:p14="http://schemas.microsoft.com/office/powerpoint/2010/main" val="368748785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Closing 1">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6EF848A-75B5-49A0-A26E-E3931F22D975}"/>
              </a:ext>
            </a:extLst>
          </p:cNvPr>
          <p:cNvSpPr>
            <a:spLocks noGrp="1"/>
          </p:cNvSpPr>
          <p:nvPr>
            <p:ph type="ctrTitle" hasCustomPrompt="1"/>
          </p:nvPr>
        </p:nvSpPr>
        <p:spPr>
          <a:xfrm>
            <a:off x="3870326" y="539751"/>
            <a:ext cx="4451349" cy="2082226"/>
          </a:xfrm>
        </p:spPr>
        <p:txBody>
          <a:bodyPr anchor="b"/>
          <a:lstStyle>
            <a:lvl1pPr algn="ctr">
              <a:defRPr/>
            </a:lvl1pPr>
          </a:lstStyle>
          <a:p>
            <a:r>
              <a:rPr lang="en-US" dirty="0"/>
              <a:t>Click to add title</a:t>
            </a:r>
          </a:p>
        </p:txBody>
      </p:sp>
      <p:sp>
        <p:nvSpPr>
          <p:cNvPr id="8" name="Subtitle 7">
            <a:extLst>
              <a:ext uri="{FF2B5EF4-FFF2-40B4-BE49-F238E27FC236}">
                <a16:creationId xmlns:a16="http://schemas.microsoft.com/office/drawing/2014/main" id="{0D20A319-635D-423F-BBAC-55CDC1785605}"/>
              </a:ext>
            </a:extLst>
          </p:cNvPr>
          <p:cNvSpPr>
            <a:spLocks noGrp="1"/>
          </p:cNvSpPr>
          <p:nvPr>
            <p:ph type="subTitle" idx="1" hasCustomPrompt="1"/>
          </p:nvPr>
        </p:nvSpPr>
        <p:spPr>
          <a:xfrm>
            <a:off x="3870326" y="4248000"/>
            <a:ext cx="4451349" cy="2082226"/>
          </a:xfrm>
        </p:spPr>
        <p:txBody>
          <a:bodyPr>
            <a:normAutofit/>
          </a:bodyPr>
          <a:lstStyle>
            <a:lvl1pPr marL="0" indent="0" algn="ctr">
              <a:buNone/>
              <a:defRPr sz="1800" i="1"/>
            </a:lvl1pPr>
          </a:lstStyle>
          <a:p>
            <a:r>
              <a:rPr lang="en-US" dirty="0"/>
              <a:t>Click to add subtitle</a:t>
            </a:r>
          </a:p>
        </p:txBody>
      </p:sp>
      <p:grpSp>
        <p:nvGrpSpPr>
          <p:cNvPr id="24" name="Group 23">
            <a:extLst>
              <a:ext uri="{FF2B5EF4-FFF2-40B4-BE49-F238E27FC236}">
                <a16:creationId xmlns:a16="http://schemas.microsoft.com/office/drawing/2014/main" id="{31AFB269-EE5A-41D3-BCD6-D9F59CE699B7}"/>
              </a:ext>
              <a:ext uri="{C183D7F6-B498-43B3-948B-1728B52AA6E4}">
                <adec:decorative xmlns:adec="http://schemas.microsoft.com/office/drawing/2017/decorative" val="1"/>
              </a:ext>
            </a:extLst>
          </p:cNvPr>
          <p:cNvGrpSpPr/>
          <p:nvPr userDrawn="1"/>
        </p:nvGrpSpPr>
        <p:grpSpPr>
          <a:xfrm>
            <a:off x="5354952" y="3043393"/>
            <a:ext cx="1481845" cy="787628"/>
            <a:chOff x="4987925" y="2840038"/>
            <a:chExt cx="2216150" cy="1177924"/>
          </a:xfrm>
        </p:grpSpPr>
        <p:sp>
          <p:nvSpPr>
            <p:cNvPr id="28" name="Rectangle 27">
              <a:extLst>
                <a:ext uri="{FF2B5EF4-FFF2-40B4-BE49-F238E27FC236}">
                  <a16:creationId xmlns:a16="http://schemas.microsoft.com/office/drawing/2014/main" id="{45469245-EBD6-4BF4-B555-140F59F51604}"/>
                </a:ext>
              </a:extLst>
            </p:cNvPr>
            <p:cNvSpPr/>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sp>
          <p:nvSpPr>
            <p:cNvPr id="29" name="Rectangle 28">
              <a:extLst>
                <a:ext uri="{FF2B5EF4-FFF2-40B4-BE49-F238E27FC236}">
                  <a16:creationId xmlns:a16="http://schemas.microsoft.com/office/drawing/2014/main" id="{469BCC58-7D38-43ED-B78C-2D780660AA2B}"/>
                </a:ext>
              </a:extLst>
            </p:cNvPr>
            <p:cNvSpPr/>
            <p:nvPr/>
          </p:nvSpPr>
          <p:spPr>
            <a:xfrm>
              <a:off x="5750208" y="2992877"/>
              <a:ext cx="972458" cy="919518"/>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sp>
          <p:nvSpPr>
            <p:cNvPr id="30" name="Rectangle 29">
              <a:extLst>
                <a:ext uri="{FF2B5EF4-FFF2-40B4-BE49-F238E27FC236}">
                  <a16:creationId xmlns:a16="http://schemas.microsoft.com/office/drawing/2014/main" id="{0A8F2EBB-150B-4044-A215-E7B7EAD7429A}"/>
                </a:ext>
              </a:extLst>
            </p:cNvPr>
            <p:cNvSpPr/>
            <p:nvPr/>
          </p:nvSpPr>
          <p:spPr>
            <a:xfrm flipH="1">
              <a:off x="5469335" y="2992877"/>
              <a:ext cx="972458" cy="919518"/>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grpSp>
          <p:nvGrpSpPr>
            <p:cNvPr id="33" name="Group 32">
              <a:extLst>
                <a:ext uri="{FF2B5EF4-FFF2-40B4-BE49-F238E27FC236}">
                  <a16:creationId xmlns:a16="http://schemas.microsoft.com/office/drawing/2014/main" id="{E3CC0AD8-7413-4C81-9A62-702945CC3BE8}"/>
                </a:ext>
              </a:extLst>
            </p:cNvPr>
            <p:cNvGrpSpPr/>
            <p:nvPr/>
          </p:nvGrpSpPr>
          <p:grpSpPr>
            <a:xfrm>
              <a:off x="5614944" y="3117662"/>
              <a:ext cx="1009280" cy="464739"/>
              <a:chOff x="4432859" y="3200647"/>
              <a:chExt cx="1009280" cy="464739"/>
            </a:xfrm>
          </p:grpSpPr>
          <p:sp>
            <p:nvSpPr>
              <p:cNvPr id="41" name="Freeform: Shape 40">
                <a:extLst>
                  <a:ext uri="{FF2B5EF4-FFF2-40B4-BE49-F238E27FC236}">
                    <a16:creationId xmlns:a16="http://schemas.microsoft.com/office/drawing/2014/main" id="{2502799B-0C00-4D54-A631-1E79EAA52AFC}"/>
                  </a:ext>
                </a:extLst>
              </p:cNvPr>
              <p:cNvSpPr/>
              <p:nvPr/>
            </p:nvSpPr>
            <p:spPr>
              <a:xfrm rot="16200000" flipH="1" flipV="1">
                <a:off x="4977400" y="3200647"/>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sp>
            <p:nvSpPr>
              <p:cNvPr id="42" name="Freeform: Shape 41">
                <a:extLst>
                  <a:ext uri="{FF2B5EF4-FFF2-40B4-BE49-F238E27FC236}">
                    <a16:creationId xmlns:a16="http://schemas.microsoft.com/office/drawing/2014/main" id="{64E9F509-6627-4770-8A74-970F83C54B15}"/>
                  </a:ext>
                </a:extLst>
              </p:cNvPr>
              <p:cNvSpPr/>
              <p:nvPr/>
            </p:nvSpPr>
            <p:spPr>
              <a:xfrm rot="5400000" flipV="1">
                <a:off x="4432859" y="3200647"/>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grpSp>
        <p:grpSp>
          <p:nvGrpSpPr>
            <p:cNvPr id="34" name="Group 33">
              <a:extLst>
                <a:ext uri="{FF2B5EF4-FFF2-40B4-BE49-F238E27FC236}">
                  <a16:creationId xmlns:a16="http://schemas.microsoft.com/office/drawing/2014/main" id="{5C187A2A-8F72-40F1-B320-D3B624B54859}"/>
                </a:ext>
              </a:extLst>
            </p:cNvPr>
            <p:cNvGrpSpPr/>
            <p:nvPr/>
          </p:nvGrpSpPr>
          <p:grpSpPr>
            <a:xfrm>
              <a:off x="5679979" y="2915338"/>
              <a:ext cx="1080000" cy="1080000"/>
              <a:chOff x="4497894" y="2998323"/>
              <a:chExt cx="1080000" cy="1080000"/>
            </a:xfrm>
          </p:grpSpPr>
          <p:grpSp>
            <p:nvGrpSpPr>
              <p:cNvPr id="35" name="Group 34">
                <a:extLst>
                  <a:ext uri="{FF2B5EF4-FFF2-40B4-BE49-F238E27FC236}">
                    <a16:creationId xmlns:a16="http://schemas.microsoft.com/office/drawing/2014/main" id="{038DCBEB-9435-4A10-828C-CBFA74A08708}"/>
                  </a:ext>
                </a:extLst>
              </p:cNvPr>
              <p:cNvGrpSpPr/>
              <p:nvPr/>
            </p:nvGrpSpPr>
            <p:grpSpPr>
              <a:xfrm rot="13500000">
                <a:off x="4805524" y="2998323"/>
                <a:ext cx="464739" cy="1080000"/>
                <a:chOff x="4511184" y="2470620"/>
                <a:chExt cx="464739" cy="1080000"/>
              </a:xfrm>
            </p:grpSpPr>
            <p:sp>
              <p:nvSpPr>
                <p:cNvPr id="39" name="Freeform: Shape 38">
                  <a:extLst>
                    <a:ext uri="{FF2B5EF4-FFF2-40B4-BE49-F238E27FC236}">
                      <a16:creationId xmlns:a16="http://schemas.microsoft.com/office/drawing/2014/main" id="{A8CE8E01-DABF-4783-A397-EDB1A91E2950}"/>
                    </a:ext>
                  </a:extLst>
                </p:cNvPr>
                <p:cNvSpPr/>
                <p:nvPr/>
              </p:nvSpPr>
              <p:spPr>
                <a:xfrm rot="2700000" flipH="1" flipV="1">
                  <a:off x="4511184" y="2990814"/>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cxnSp>
              <p:nvCxnSpPr>
                <p:cNvPr id="40" name="Straight Connector 39">
                  <a:extLst>
                    <a:ext uri="{FF2B5EF4-FFF2-40B4-BE49-F238E27FC236}">
                      <a16:creationId xmlns:a16="http://schemas.microsoft.com/office/drawing/2014/main" id="{6401896A-2EF5-4843-9DC5-ECC0D6F6A7F2}"/>
                    </a:ext>
                  </a:extLst>
                </p:cNvPr>
                <p:cNvCxnSpPr>
                  <a:cxnSpLocks/>
                </p:cNvCxnSpPr>
                <p:nvPr/>
              </p:nvCxnSpPr>
              <p:spPr>
                <a:xfrm flipV="1">
                  <a:off x="4742369" y="2470620"/>
                  <a:ext cx="0" cy="108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6" name="Group 35">
                <a:extLst>
                  <a:ext uri="{FF2B5EF4-FFF2-40B4-BE49-F238E27FC236}">
                    <a16:creationId xmlns:a16="http://schemas.microsoft.com/office/drawing/2014/main" id="{FB7C02DC-3E0A-45D2-859A-86EB5A3CF979}"/>
                  </a:ext>
                </a:extLst>
              </p:cNvPr>
              <p:cNvGrpSpPr/>
              <p:nvPr/>
            </p:nvGrpSpPr>
            <p:grpSpPr>
              <a:xfrm rot="8100000" flipH="1">
                <a:off x="4542572" y="2998323"/>
                <a:ext cx="464739" cy="1080000"/>
                <a:chOff x="4511184" y="2470620"/>
                <a:chExt cx="464739" cy="1080000"/>
              </a:xfrm>
            </p:grpSpPr>
            <p:sp>
              <p:nvSpPr>
                <p:cNvPr id="37" name="Freeform: Shape 36">
                  <a:extLst>
                    <a:ext uri="{FF2B5EF4-FFF2-40B4-BE49-F238E27FC236}">
                      <a16:creationId xmlns:a16="http://schemas.microsoft.com/office/drawing/2014/main" id="{C5170D8C-ECD3-41D1-83F4-8C2A4AEC277D}"/>
                    </a:ext>
                  </a:extLst>
                </p:cNvPr>
                <p:cNvSpPr/>
                <p:nvPr/>
              </p:nvSpPr>
              <p:spPr>
                <a:xfrm rot="2700000" flipH="1" flipV="1">
                  <a:off x="4511184" y="2990814"/>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cxnSp>
              <p:nvCxnSpPr>
                <p:cNvPr id="38" name="Straight Connector 37">
                  <a:extLst>
                    <a:ext uri="{FF2B5EF4-FFF2-40B4-BE49-F238E27FC236}">
                      <a16:creationId xmlns:a16="http://schemas.microsoft.com/office/drawing/2014/main" id="{BADB4C03-0F86-4580-B0C9-48DD4B3B67FF}"/>
                    </a:ext>
                  </a:extLst>
                </p:cNvPr>
                <p:cNvCxnSpPr>
                  <a:cxnSpLocks/>
                </p:cNvCxnSpPr>
                <p:nvPr/>
              </p:nvCxnSpPr>
              <p:spPr>
                <a:xfrm flipV="1">
                  <a:off x="4742369" y="2470620"/>
                  <a:ext cx="0" cy="108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spTree>
    <p:extLst>
      <p:ext uri="{BB962C8B-B14F-4D97-AF65-F5344CB8AC3E}">
        <p14:creationId xmlns:p14="http://schemas.microsoft.com/office/powerpoint/2010/main" val="2258562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C700152-D18D-4405-8FB2-5985831B57A0}"/>
              </a:ext>
            </a:extLst>
          </p:cNvPr>
          <p:cNvSpPr>
            <a:spLocks noGrp="1"/>
          </p:cNvSpPr>
          <p:nvPr>
            <p:ph type="title"/>
          </p:nvPr>
        </p:nvSpPr>
        <p:spPr>
          <a:xfrm>
            <a:off x="1079500" y="1011238"/>
            <a:ext cx="10026650" cy="655637"/>
          </a:xfrm>
          <a:prstGeom prst="rect">
            <a:avLst/>
          </a:prstGeom>
        </p:spPr>
        <p:txBody>
          <a:bodyPr vert="horz" lIns="0" tIns="0" rIns="0" bIns="0" rtlCol="0" anchor="t" anchorCtr="0">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22E92E1-0C4A-474E-8E29-8DB404101BA7}"/>
              </a:ext>
            </a:extLst>
          </p:cNvPr>
          <p:cNvSpPr>
            <a:spLocks noGrp="1"/>
          </p:cNvSpPr>
          <p:nvPr>
            <p:ph type="body" idx="1"/>
          </p:nvPr>
        </p:nvSpPr>
        <p:spPr>
          <a:xfrm>
            <a:off x="1079500" y="1790700"/>
            <a:ext cx="10026650" cy="3978275"/>
          </a:xfrm>
          <a:prstGeom prst="rect">
            <a:avLst/>
          </a:prstGeom>
        </p:spPr>
        <p:txBody>
          <a:bodyPr vert="horz" lIns="0" tIns="0" rIns="0" bIns="0" rtlCol="0" anchor="t" anchorCtr="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B122E245-B48B-4526-8D2D-9475E64B0624}"/>
              </a:ext>
            </a:extLst>
          </p:cNvPr>
          <p:cNvSpPr>
            <a:spLocks noGrp="1"/>
          </p:cNvSpPr>
          <p:nvPr>
            <p:ph type="dt" sz="half" idx="2"/>
          </p:nvPr>
        </p:nvSpPr>
        <p:spPr>
          <a:xfrm>
            <a:off x="541338" y="6401999"/>
            <a:ext cx="2206625" cy="369332"/>
          </a:xfrm>
          <a:prstGeom prst="rect">
            <a:avLst/>
          </a:prstGeom>
        </p:spPr>
        <p:txBody>
          <a:bodyPr vert="horz" lIns="0" tIns="0" rIns="0" bIns="0" rtlCol="0" anchor="ctr">
            <a:normAutofit/>
          </a:bodyPr>
          <a:lstStyle>
            <a:lvl1pPr algn="l">
              <a:defRPr sz="1000" cap="all" spc="300" baseline="0">
                <a:solidFill>
                  <a:schemeClr val="tx1">
                    <a:alpha val="70000"/>
                  </a:schemeClr>
                </a:solidFill>
              </a:defRPr>
            </a:lvl1pPr>
          </a:lstStyle>
          <a:p>
            <a:r>
              <a:rPr lang="en-US"/>
              <a:t>20XX</a:t>
            </a:r>
            <a:endParaRPr lang="en-US" dirty="0"/>
          </a:p>
        </p:txBody>
      </p:sp>
      <p:sp>
        <p:nvSpPr>
          <p:cNvPr id="5" name="Footer Placeholder 4">
            <a:extLst>
              <a:ext uri="{FF2B5EF4-FFF2-40B4-BE49-F238E27FC236}">
                <a16:creationId xmlns:a16="http://schemas.microsoft.com/office/drawing/2014/main" id="{C2A0FE5C-A494-40F2-A357-786AFFA6318E}"/>
              </a:ext>
            </a:extLst>
          </p:cNvPr>
          <p:cNvSpPr>
            <a:spLocks noGrp="1"/>
          </p:cNvSpPr>
          <p:nvPr>
            <p:ph type="ftr" sz="quarter" idx="3"/>
          </p:nvPr>
        </p:nvSpPr>
        <p:spPr>
          <a:xfrm>
            <a:off x="3308350" y="6401999"/>
            <a:ext cx="5575300" cy="369332"/>
          </a:xfrm>
          <a:prstGeom prst="rect">
            <a:avLst/>
          </a:prstGeom>
        </p:spPr>
        <p:txBody>
          <a:bodyPr vert="horz" lIns="0" tIns="0" rIns="0" bIns="0" rtlCol="0" anchor="ctr">
            <a:normAutofit/>
          </a:bodyPr>
          <a:lstStyle>
            <a:lvl1pPr algn="ctr">
              <a:defRPr sz="1000" cap="all" spc="300" baseline="0">
                <a:solidFill>
                  <a:schemeClr val="tx1">
                    <a:alpha val="70000"/>
                  </a:schemeClr>
                </a:solidFill>
              </a:defRPr>
            </a:lvl1pPr>
          </a:lstStyle>
          <a:p>
            <a:endParaRPr lang="en-US" dirty="0"/>
          </a:p>
        </p:txBody>
      </p:sp>
      <p:sp>
        <p:nvSpPr>
          <p:cNvPr id="6" name="Slide Number Placeholder 5">
            <a:extLst>
              <a:ext uri="{FF2B5EF4-FFF2-40B4-BE49-F238E27FC236}">
                <a16:creationId xmlns:a16="http://schemas.microsoft.com/office/drawing/2014/main" id="{504686A1-EDE2-44D9-A671-F708A6F883D7}"/>
              </a:ext>
            </a:extLst>
          </p:cNvPr>
          <p:cNvSpPr>
            <a:spLocks noGrp="1"/>
          </p:cNvSpPr>
          <p:nvPr>
            <p:ph type="sldNum" sz="quarter" idx="4"/>
          </p:nvPr>
        </p:nvSpPr>
        <p:spPr>
          <a:xfrm>
            <a:off x="9442800" y="6401999"/>
            <a:ext cx="2208212" cy="369332"/>
          </a:xfrm>
          <a:prstGeom prst="rect">
            <a:avLst/>
          </a:prstGeom>
        </p:spPr>
        <p:txBody>
          <a:bodyPr vert="horz" lIns="0" tIns="0" rIns="0" bIns="0" rtlCol="0" anchor="ctr">
            <a:normAutofit/>
          </a:bodyPr>
          <a:lstStyle>
            <a:lvl1pPr algn="r">
              <a:defRPr sz="1000" cap="all" spc="300" baseline="0">
                <a:solidFill>
                  <a:schemeClr val="tx1">
                    <a:alpha val="70000"/>
                  </a:schemeClr>
                </a:solidFill>
              </a:defRPr>
            </a:lvl1pPr>
          </a:lstStyle>
          <a:p>
            <a:fld id="{D39607A7-8386-47DB-8578-DDEDD194E5D4}" type="slidenum">
              <a:rPr lang="en-US" smtClean="0"/>
              <a:pPr/>
              <a:t>‹#›</a:t>
            </a:fld>
            <a:endParaRPr lang="en-US" dirty="0"/>
          </a:p>
        </p:txBody>
      </p:sp>
    </p:spTree>
    <p:extLst>
      <p:ext uri="{BB962C8B-B14F-4D97-AF65-F5344CB8AC3E}">
        <p14:creationId xmlns:p14="http://schemas.microsoft.com/office/powerpoint/2010/main" val="2668852336"/>
      </p:ext>
    </p:extLst>
  </p:cSld>
  <p:clrMap bg1="dk1" tx1="lt1" bg2="dk2" tx2="lt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9" r:id="rId6"/>
    <p:sldLayoutId id="2147483710" r:id="rId7"/>
    <p:sldLayoutId id="2147483711" r:id="rId8"/>
    <p:sldLayoutId id="2147483712" r:id="rId9"/>
    <p:sldLayoutId id="2147483713" r:id="rId10"/>
    <p:sldLayoutId id="2147483714" r:id="rId11"/>
    <p:sldLayoutId id="2147483715" r:id="rId12"/>
    <p:sldLayoutId id="2147483716" r:id="rId13"/>
    <p:sldLayoutId id="2147483717" r:id="rId14"/>
    <p:sldLayoutId id="2147483718" r:id="rId15"/>
    <p:sldLayoutId id="2147483719" r:id="rId16"/>
    <p:sldLayoutId id="2147483720" r:id="rId17"/>
    <p:sldLayoutId id="2147483721" r:id="rId18"/>
    <p:sldLayoutId id="2147483722" r:id="rId19"/>
    <p:sldLayoutId id="2147483723" r:id="rId20"/>
    <p:sldLayoutId id="2147483724" r:id="rId21"/>
    <p:sldLayoutId id="2147483725" r:id="rId22"/>
    <p:sldLayoutId id="2147483726" r:id="rId23"/>
  </p:sldLayoutIdLst>
  <p:hf sldNum="0" hdr="0" ftr="0" dt="0"/>
  <p:txStyles>
    <p:titleStyle>
      <a:lvl1pPr algn="l" defTabSz="914400" rtl="0" eaLnBrk="1" latinLnBrk="0" hangingPunct="1">
        <a:lnSpc>
          <a:spcPct val="100000"/>
        </a:lnSpc>
        <a:spcBef>
          <a:spcPct val="0"/>
        </a:spcBef>
        <a:buNone/>
        <a:defRPr sz="2800" kern="1200" cap="all" spc="400" baseline="0">
          <a:solidFill>
            <a:schemeClr val="tx1"/>
          </a:solidFill>
          <a:latin typeface="+mj-lt"/>
          <a:ea typeface="+mj-ea"/>
          <a:cs typeface="+mj-cs"/>
        </a:defRPr>
      </a:lvl1pPr>
    </p:titleStyle>
    <p:bodyStyle>
      <a:lvl1pPr marL="360000" indent="-360000" algn="l" defTabSz="914400" rtl="0" eaLnBrk="1" latinLnBrk="0" hangingPunct="1">
        <a:lnSpc>
          <a:spcPct val="125000"/>
        </a:lnSpc>
        <a:spcBef>
          <a:spcPts val="1000"/>
        </a:spcBef>
        <a:buClr>
          <a:schemeClr val="accent1">
            <a:lumMod val="60000"/>
            <a:lumOff val="40000"/>
          </a:schemeClr>
        </a:buClr>
        <a:buFont typeface="Wingdings" panose="05000000000000000000" pitchFamily="2" charset="2"/>
        <a:buChar char=""/>
        <a:defRPr sz="2000" kern="1200">
          <a:solidFill>
            <a:schemeClr val="tx1">
              <a:alpha val="70000"/>
            </a:schemeClr>
          </a:solidFill>
          <a:latin typeface="+mn-lt"/>
          <a:ea typeface="+mn-ea"/>
          <a:cs typeface="+mn-cs"/>
        </a:defRPr>
      </a:lvl1pPr>
      <a:lvl2pPr marL="360000" indent="0" algn="l" defTabSz="914400" rtl="0" eaLnBrk="1" latinLnBrk="0" hangingPunct="1">
        <a:lnSpc>
          <a:spcPct val="125000"/>
        </a:lnSpc>
        <a:spcBef>
          <a:spcPts val="500"/>
        </a:spcBef>
        <a:buClr>
          <a:schemeClr val="accent1">
            <a:lumMod val="60000"/>
            <a:lumOff val="40000"/>
          </a:schemeClr>
        </a:buClr>
        <a:buFontTx/>
        <a:buNone/>
        <a:defRPr sz="2000" i="1" kern="1200">
          <a:solidFill>
            <a:schemeClr val="tx1">
              <a:alpha val="70000"/>
            </a:schemeClr>
          </a:solidFill>
          <a:latin typeface="+mn-lt"/>
          <a:ea typeface="+mn-ea"/>
          <a:cs typeface="+mn-cs"/>
        </a:defRPr>
      </a:lvl2pPr>
      <a:lvl3pPr marL="1080000" indent="-360000" algn="l" defTabSz="914400" rtl="0" eaLnBrk="1" latinLnBrk="0" hangingPunct="1">
        <a:lnSpc>
          <a:spcPct val="125000"/>
        </a:lnSpc>
        <a:spcBef>
          <a:spcPts val="500"/>
        </a:spcBef>
        <a:buClr>
          <a:schemeClr val="accent1">
            <a:lumMod val="60000"/>
            <a:lumOff val="40000"/>
          </a:schemeClr>
        </a:buClr>
        <a:buFont typeface="Wingdings" panose="05000000000000000000" pitchFamily="2" charset="2"/>
        <a:buChar char=""/>
        <a:defRPr sz="2000" kern="1200">
          <a:solidFill>
            <a:schemeClr val="tx1">
              <a:alpha val="70000"/>
            </a:schemeClr>
          </a:solidFill>
          <a:latin typeface="+mn-lt"/>
          <a:ea typeface="+mn-ea"/>
          <a:cs typeface="+mn-cs"/>
        </a:defRPr>
      </a:lvl3pPr>
      <a:lvl4pPr marL="1080000" indent="0" algn="l" defTabSz="914400" rtl="0" eaLnBrk="1" latinLnBrk="0" hangingPunct="1">
        <a:lnSpc>
          <a:spcPct val="125000"/>
        </a:lnSpc>
        <a:spcBef>
          <a:spcPts val="500"/>
        </a:spcBef>
        <a:buClr>
          <a:schemeClr val="accent1">
            <a:lumMod val="60000"/>
            <a:lumOff val="40000"/>
          </a:schemeClr>
        </a:buClr>
        <a:buFontTx/>
        <a:buNone/>
        <a:defRPr sz="2000" i="1" kern="1200">
          <a:solidFill>
            <a:schemeClr val="tx1">
              <a:alpha val="70000"/>
            </a:schemeClr>
          </a:solidFill>
          <a:latin typeface="+mn-lt"/>
          <a:ea typeface="+mn-ea"/>
          <a:cs typeface="+mn-cs"/>
        </a:defRPr>
      </a:lvl4pPr>
      <a:lvl5pPr marL="1800000" indent="-360000" algn="l" defTabSz="914400" rtl="0" eaLnBrk="1" latinLnBrk="0" hangingPunct="1">
        <a:lnSpc>
          <a:spcPct val="125000"/>
        </a:lnSpc>
        <a:spcBef>
          <a:spcPts val="500"/>
        </a:spcBef>
        <a:buClr>
          <a:schemeClr val="accent1">
            <a:lumMod val="60000"/>
            <a:lumOff val="40000"/>
          </a:schemeClr>
        </a:buClr>
        <a:buFont typeface="Wingdings" panose="05000000000000000000" pitchFamily="2" charset="2"/>
        <a:buChar char=""/>
        <a:defRPr sz="2000" kern="1200">
          <a:solidFill>
            <a:schemeClr val="tx1">
              <a:alpha val="7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419">
          <p15:clr>
            <a:srgbClr val="5ACBF0"/>
          </p15:clr>
        </p15:guide>
        <p15:guide id="2" pos="1731">
          <p15:clr>
            <a:srgbClr val="5ACBF0"/>
          </p15:clr>
        </p15:guide>
        <p15:guide id="3" pos="3140">
          <p15:clr>
            <a:srgbClr val="5ACBF0"/>
          </p15:clr>
        </p15:guide>
        <p15:guide id="4" pos="3488">
          <p15:clr>
            <a:srgbClr val="5ACBF0"/>
          </p15:clr>
        </p15:guide>
        <p15:guide id="5" pos="2788">
          <p15:clr>
            <a:srgbClr val="5ACBF0"/>
          </p15:clr>
        </p15:guide>
        <p15:guide id="6" pos="2434">
          <p15:clr>
            <a:srgbClr val="5ACBF0"/>
          </p15:clr>
        </p15:guide>
        <p15:guide id="7" pos="2084">
          <p15:clr>
            <a:srgbClr val="5ACBF0"/>
          </p15:clr>
        </p15:guide>
        <p15:guide id="8" pos="341">
          <p15:clr>
            <a:srgbClr val="F26B43"/>
          </p15:clr>
        </p15:guide>
        <p15:guide id="9" pos="1384">
          <p15:clr>
            <a:srgbClr val="5ACBF0"/>
          </p15:clr>
        </p15:guide>
        <p15:guide id="10" pos="1032">
          <p15:clr>
            <a:srgbClr val="5ACBF0"/>
          </p15:clr>
        </p15:guide>
        <p15:guide id="11" pos="680">
          <p15:clr>
            <a:srgbClr val="FDE53C"/>
          </p15:clr>
        </p15:guide>
        <p15:guide id="12" pos="4192">
          <p15:clr>
            <a:srgbClr val="5ACBF0"/>
          </p15:clr>
        </p15:guide>
        <p15:guide id="13" pos="4543">
          <p15:clr>
            <a:srgbClr val="5ACBF0"/>
          </p15:clr>
        </p15:guide>
        <p15:guide id="14" pos="4892">
          <p15:clr>
            <a:srgbClr val="5ACBF0"/>
          </p15:clr>
        </p15:guide>
        <p15:guide id="15" pos="5244">
          <p15:clr>
            <a:srgbClr val="5ACBF0"/>
          </p15:clr>
        </p15:guide>
        <p15:guide id="16" pos="5596">
          <p15:clr>
            <a:srgbClr val="5ACBF0"/>
          </p15:clr>
        </p15:guide>
        <p15:guide id="17" pos="5948">
          <p15:clr>
            <a:srgbClr val="5ACBF0"/>
          </p15:clr>
        </p15:guide>
        <p15:guide id="18" pos="6296">
          <p15:clr>
            <a:srgbClr val="5ACBF0"/>
          </p15:clr>
        </p15:guide>
        <p15:guide id="19" pos="6648">
          <p15:clr>
            <a:srgbClr val="5ACBF0"/>
          </p15:clr>
        </p15:guide>
        <p15:guide id="20" pos="6996">
          <p15:clr>
            <a:srgbClr val="FDE53C"/>
          </p15:clr>
        </p15:guide>
        <p15:guide id="21" orient="horz" pos="335">
          <p15:clr>
            <a:srgbClr val="F26B43"/>
          </p15:clr>
        </p15:guide>
        <p15:guide id="22" orient="horz" pos="680">
          <p15:clr>
            <a:srgbClr val="FDE53C"/>
          </p15:clr>
        </p15:guide>
        <p15:guide id="23" orient="horz" pos="1050">
          <p15:clr>
            <a:srgbClr val="5ACBF0"/>
          </p15:clr>
        </p15:guide>
        <p15:guide id="24" orient="horz" pos="1791">
          <p15:clr>
            <a:srgbClr val="5ACBF0"/>
          </p15:clr>
        </p15:guide>
        <p15:guide id="26" orient="horz" pos="2530">
          <p15:clr>
            <a:srgbClr val="5ACBF0"/>
          </p15:clr>
        </p15:guide>
        <p15:guide id="27" orient="horz" pos="2899">
          <p15:clr>
            <a:srgbClr val="5ACBF0"/>
          </p15:clr>
        </p15:guide>
        <p15:guide id="28" orient="horz" pos="3268">
          <p15:clr>
            <a:srgbClr val="5ACBF0"/>
          </p15:clr>
        </p15:guide>
        <p15:guide id="29" orient="horz" pos="3634">
          <p15:clr>
            <a:srgbClr val="FDE53C"/>
          </p15:clr>
        </p15:guide>
        <p15:guide id="30" orient="horz" pos="3979">
          <p15:clr>
            <a:srgbClr val="F26B43"/>
          </p15:clr>
        </p15:guide>
        <p15:guide id="31" orient="horz" pos="2160">
          <p15:clr>
            <a:srgbClr val="FDE53C"/>
          </p15:clr>
        </p15:guide>
        <p15:guide id="32" pos="7340">
          <p15:clr>
            <a:srgbClr val="F26B43"/>
          </p15:clr>
        </p15:guide>
        <p15:guide id="33" pos="3840">
          <p15:clr>
            <a:srgbClr val="FDE53C"/>
          </p15:clr>
        </p15:guide>
        <p15:guide id="34" orient="horz" pos="637">
          <p15:clr>
            <a:srgbClr val="C35EA4"/>
          </p15:clr>
        </p15:guide>
        <p15:guide id="35" orient="horz" pos="1128">
          <p15:clr>
            <a:srgbClr val="C35E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381C4-F52E-F586-1465-77001CB91EEC}"/>
              </a:ext>
            </a:extLst>
          </p:cNvPr>
          <p:cNvSpPr>
            <a:spLocks noGrp="1"/>
          </p:cNvSpPr>
          <p:nvPr>
            <p:ph type="ctrTitle"/>
          </p:nvPr>
        </p:nvSpPr>
        <p:spPr/>
        <p:txBody>
          <a:bodyPr/>
          <a:lstStyle/>
          <a:p>
            <a:r>
              <a:rPr lang="en-US" dirty="0"/>
              <a:t>VOICE QUIZ GENERATOR APP</a:t>
            </a:r>
          </a:p>
        </p:txBody>
      </p:sp>
    </p:spTree>
    <p:extLst>
      <p:ext uri="{BB962C8B-B14F-4D97-AF65-F5344CB8AC3E}">
        <p14:creationId xmlns:p14="http://schemas.microsoft.com/office/powerpoint/2010/main" val="24206198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B14C0111-86AA-B377-753D-02A3CA89F8E6}"/>
              </a:ext>
            </a:extLst>
          </p:cNvPr>
          <p:cNvSpPr>
            <a:spLocks noGrp="1"/>
          </p:cNvSpPr>
          <p:nvPr>
            <p:ph type="title"/>
          </p:nvPr>
        </p:nvSpPr>
        <p:spPr/>
        <p:txBody>
          <a:bodyPr/>
          <a:lstStyle/>
          <a:p>
            <a:r>
              <a:rPr lang="en-US" dirty="0"/>
              <a:t>TABLE OF CONTENTS</a:t>
            </a:r>
          </a:p>
        </p:txBody>
      </p:sp>
      <p:sp>
        <p:nvSpPr>
          <p:cNvPr id="13" name="Content Placeholder 12">
            <a:extLst>
              <a:ext uri="{FF2B5EF4-FFF2-40B4-BE49-F238E27FC236}">
                <a16:creationId xmlns:a16="http://schemas.microsoft.com/office/drawing/2014/main" id="{03252AFB-1364-05E7-C423-89DB466EDAD6}"/>
              </a:ext>
            </a:extLst>
          </p:cNvPr>
          <p:cNvSpPr>
            <a:spLocks noGrp="1"/>
          </p:cNvSpPr>
          <p:nvPr>
            <p:ph idx="1"/>
          </p:nvPr>
        </p:nvSpPr>
        <p:spPr>
          <a:xfrm>
            <a:off x="565149" y="2759076"/>
            <a:ext cx="5516879" cy="3649979"/>
          </a:xfrm>
        </p:spPr>
        <p:txBody>
          <a:bodyPr/>
          <a:lstStyle/>
          <a:p>
            <a:pPr marL="359410" indent="-359410"/>
            <a:r>
              <a:rPr lang="en-US" dirty="0">
                <a:solidFill>
                  <a:srgbClr val="FFFFFF">
                    <a:alpha val="70000"/>
                  </a:srgbClr>
                </a:solidFill>
              </a:rPr>
              <a:t>Acknowledgements</a:t>
            </a:r>
          </a:p>
          <a:p>
            <a:pPr marL="359410" indent="-359410"/>
            <a:r>
              <a:rPr lang="en-US" dirty="0">
                <a:solidFill>
                  <a:srgbClr val="FFFFFF">
                    <a:alpha val="70000"/>
                  </a:srgbClr>
                </a:solidFill>
              </a:rPr>
              <a:t>About Me</a:t>
            </a:r>
          </a:p>
          <a:p>
            <a:pPr marL="359410" indent="-359410"/>
            <a:r>
              <a:rPr lang="en-US" dirty="0">
                <a:solidFill>
                  <a:srgbClr val="FFFFFF">
                    <a:alpha val="70000"/>
                  </a:srgbClr>
                </a:solidFill>
              </a:rPr>
              <a:t>About my Internship Journey with </a:t>
            </a:r>
            <a:r>
              <a:rPr lang="en-US" dirty="0" err="1">
                <a:solidFill>
                  <a:srgbClr val="FFFFFF">
                    <a:alpha val="70000"/>
                  </a:srgbClr>
                </a:solidFill>
              </a:rPr>
              <a:t>Clevered</a:t>
            </a:r>
          </a:p>
          <a:p>
            <a:pPr marL="359410" indent="-359410"/>
            <a:r>
              <a:rPr lang="en-US" dirty="0">
                <a:solidFill>
                  <a:srgbClr val="FFFFFF">
                    <a:alpha val="70000"/>
                  </a:srgbClr>
                </a:solidFill>
              </a:rPr>
              <a:t>About App</a:t>
            </a:r>
          </a:p>
          <a:p>
            <a:pPr marL="359410" indent="-359410">
              <a:buClr>
                <a:srgbClr val="EF8C6A"/>
              </a:buClr>
            </a:pPr>
            <a:r>
              <a:rPr lang="en-US" dirty="0">
                <a:solidFill>
                  <a:srgbClr val="FFFFFF">
                    <a:alpha val="70000"/>
                  </a:srgbClr>
                </a:solidFill>
              </a:rPr>
              <a:t>How do I use the app</a:t>
            </a:r>
          </a:p>
          <a:p>
            <a:pPr marL="359410" indent="-359410">
              <a:buClr>
                <a:srgbClr val="EF8C6A"/>
              </a:buClr>
            </a:pPr>
            <a:r>
              <a:rPr lang="en-US" dirty="0">
                <a:solidFill>
                  <a:srgbClr val="FFFFFF">
                    <a:alpha val="70000"/>
                  </a:srgbClr>
                </a:solidFill>
              </a:rPr>
              <a:t>Option name</a:t>
            </a:r>
          </a:p>
          <a:p>
            <a:pPr marL="359410" indent="-359410">
              <a:buClr>
                <a:srgbClr val="EF8C6A"/>
              </a:buClr>
            </a:pPr>
            <a:r>
              <a:rPr lang="en-US" dirty="0">
                <a:solidFill>
                  <a:srgbClr val="FFFFFF">
                    <a:alpha val="70000"/>
                  </a:srgbClr>
                </a:solidFill>
              </a:rPr>
              <a:t>Demo video</a:t>
            </a:r>
          </a:p>
          <a:p>
            <a:pPr marL="359410" indent="-359410">
              <a:buClr>
                <a:srgbClr val="EF8C6A"/>
              </a:buClr>
            </a:pPr>
            <a:r>
              <a:rPr lang="en-US" dirty="0">
                <a:solidFill>
                  <a:srgbClr val="FFFFFF">
                    <a:alpha val="70000"/>
                  </a:srgbClr>
                </a:solidFill>
              </a:rPr>
              <a:t>Toolkit </a:t>
            </a:r>
            <a:r>
              <a:rPr lang="en-US" dirty="0" err="1">
                <a:solidFill>
                  <a:srgbClr val="FFFFFF">
                    <a:alpha val="70000"/>
                  </a:srgbClr>
                </a:solidFill>
              </a:rPr>
              <a:t>walkthoough</a:t>
            </a:r>
          </a:p>
          <a:p>
            <a:pPr marL="359410" indent="-359410">
              <a:buClr>
                <a:srgbClr val="EF8C6A"/>
              </a:buClr>
            </a:pPr>
            <a:r>
              <a:rPr lang="en-US" dirty="0">
                <a:solidFill>
                  <a:srgbClr val="FFFFFF">
                    <a:alpha val="70000"/>
                  </a:srgbClr>
                </a:solidFill>
              </a:rPr>
              <a:t>Contact Person</a:t>
            </a:r>
          </a:p>
          <a:p>
            <a:pPr marL="359410" indent="-359410">
              <a:buClr>
                <a:srgbClr val="EF8C6A"/>
              </a:buClr>
            </a:pPr>
            <a:endParaRPr lang="en-US" dirty="0">
              <a:solidFill>
                <a:srgbClr val="FFFFFF">
                  <a:alpha val="70000"/>
                </a:srgbClr>
              </a:solidFill>
            </a:endParaRPr>
          </a:p>
          <a:p>
            <a:pPr marL="359410" indent="-359410"/>
            <a:endParaRPr lang="en-US" dirty="0">
              <a:solidFill>
                <a:srgbClr val="FFFFFF">
                  <a:alpha val="70000"/>
                </a:srgbClr>
              </a:solidFill>
            </a:endParaRPr>
          </a:p>
        </p:txBody>
      </p:sp>
    </p:spTree>
    <p:extLst>
      <p:ext uri="{BB962C8B-B14F-4D97-AF65-F5344CB8AC3E}">
        <p14:creationId xmlns:p14="http://schemas.microsoft.com/office/powerpoint/2010/main" val="41486813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7CF7FA-557B-82FA-0B3B-B29A88184B8A}"/>
              </a:ext>
            </a:extLst>
          </p:cNvPr>
          <p:cNvSpPr>
            <a:spLocks noGrp="1"/>
          </p:cNvSpPr>
          <p:nvPr>
            <p:ph type="ctrTitle"/>
          </p:nvPr>
        </p:nvSpPr>
        <p:spPr>
          <a:xfrm>
            <a:off x="1116331" y="3689174"/>
            <a:ext cx="6118224" cy="518160"/>
          </a:xfrm>
        </p:spPr>
        <p:txBody>
          <a:bodyPr/>
          <a:lstStyle/>
          <a:p>
            <a:r>
              <a:rPr lang="en-US" dirty="0"/>
              <a:t>Acknowledgements</a:t>
            </a:r>
          </a:p>
        </p:txBody>
      </p:sp>
      <p:sp>
        <p:nvSpPr>
          <p:cNvPr id="12" name="TextBox 11">
            <a:extLst>
              <a:ext uri="{FF2B5EF4-FFF2-40B4-BE49-F238E27FC236}">
                <a16:creationId xmlns:a16="http://schemas.microsoft.com/office/drawing/2014/main" id="{B199583E-6BFB-19EA-FD98-08E8D309024B}"/>
              </a:ext>
            </a:extLst>
          </p:cNvPr>
          <p:cNvSpPr txBox="1"/>
          <p:nvPr/>
        </p:nvSpPr>
        <p:spPr>
          <a:xfrm>
            <a:off x="7235221" y="2536780"/>
            <a:ext cx="4604839"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A special vote of thanks to my instructor, who helped me integrate different aspects in the code of project, to her reviews and suggestions. Parents who cheered me in the making of this project. Last but not the least, thanks to all the sites and helpful resources that made the making of this project possible.</a:t>
            </a:r>
          </a:p>
        </p:txBody>
      </p:sp>
    </p:spTree>
    <p:extLst>
      <p:ext uri="{BB962C8B-B14F-4D97-AF65-F5344CB8AC3E}">
        <p14:creationId xmlns:p14="http://schemas.microsoft.com/office/powerpoint/2010/main" val="28414786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903501C3-C301-490F-A129-5C468AEC915D}"/>
              </a:ext>
            </a:extLst>
          </p:cNvPr>
          <p:cNvSpPr>
            <a:spLocks noGrp="1"/>
          </p:cNvSpPr>
          <p:nvPr>
            <p:ph type="ctrTitle"/>
          </p:nvPr>
        </p:nvSpPr>
        <p:spPr>
          <a:xfrm>
            <a:off x="7766050" y="1287318"/>
            <a:ext cx="3884962" cy="2138400"/>
          </a:xfrm>
        </p:spPr>
        <p:txBody>
          <a:bodyPr/>
          <a:lstStyle/>
          <a:p>
            <a:r>
              <a:rPr lang="en-US" dirty="0" err="1"/>
              <a:t>AbOUT</a:t>
            </a:r>
            <a:r>
              <a:rPr lang="en-US" dirty="0"/>
              <a:t> ME</a:t>
            </a:r>
          </a:p>
        </p:txBody>
      </p:sp>
      <p:sp>
        <p:nvSpPr>
          <p:cNvPr id="11" name="Subtitle 10">
            <a:extLst>
              <a:ext uri="{FF2B5EF4-FFF2-40B4-BE49-F238E27FC236}">
                <a16:creationId xmlns:a16="http://schemas.microsoft.com/office/drawing/2014/main" id="{FC3F3DE7-4288-44D0-9E2E-8E5B9936AE7C}"/>
              </a:ext>
            </a:extLst>
          </p:cNvPr>
          <p:cNvSpPr>
            <a:spLocks noGrp="1"/>
          </p:cNvSpPr>
          <p:nvPr>
            <p:ph type="subTitle" idx="1"/>
          </p:nvPr>
        </p:nvSpPr>
        <p:spPr>
          <a:xfrm>
            <a:off x="7766051" y="3940031"/>
            <a:ext cx="3884961" cy="2510125"/>
          </a:xfrm>
        </p:spPr>
        <p:txBody>
          <a:bodyPr/>
          <a:lstStyle/>
          <a:p>
            <a:r>
              <a:rPr lang="en-US" dirty="0">
                <a:solidFill>
                  <a:srgbClr val="FFFFFF">
                    <a:alpha val="70000"/>
                  </a:srgbClr>
                </a:solidFill>
              </a:rPr>
              <a:t>I am </a:t>
            </a:r>
            <a:r>
              <a:rPr lang="en-US" dirty="0" err="1">
                <a:solidFill>
                  <a:srgbClr val="FFFFFF">
                    <a:alpha val="70000"/>
                  </a:srgbClr>
                </a:solidFill>
              </a:rPr>
              <a:t>Khushkarman</a:t>
            </a:r>
            <a:r>
              <a:rPr lang="en-US" dirty="0">
                <a:solidFill>
                  <a:srgbClr val="FFFFFF">
                    <a:alpha val="70000"/>
                  </a:srgbClr>
                </a:solidFill>
              </a:rPr>
              <a:t> Singh Virk. I study in grade 11. I am 17 years old. I like tinkering with technology things. I am also interested specifically in cybersecurity and artificial intelligence.</a:t>
            </a:r>
          </a:p>
        </p:txBody>
      </p:sp>
      <p:pic>
        <p:nvPicPr>
          <p:cNvPr id="6" name="Picture Placeholder 5" descr="A person with black hair&#10;&#10;Description automatically generated">
            <a:extLst>
              <a:ext uri="{FF2B5EF4-FFF2-40B4-BE49-F238E27FC236}">
                <a16:creationId xmlns:a16="http://schemas.microsoft.com/office/drawing/2014/main" id="{F072940D-A620-B0EA-D9CD-6EE25A013DF5}"/>
              </a:ext>
            </a:extLst>
          </p:cNvPr>
          <p:cNvPicPr>
            <a:picLocks noGrp="1" noChangeAspect="1"/>
          </p:cNvPicPr>
          <p:nvPr>
            <p:ph type="pic" sz="quarter" idx="13"/>
          </p:nvPr>
        </p:nvPicPr>
        <p:blipFill>
          <a:blip r:embed="rId3"/>
          <a:srcRect t="5585" b="-1571"/>
          <a:stretch/>
        </p:blipFill>
        <p:spPr>
          <a:xfrm>
            <a:off x="541338" y="505114"/>
            <a:ext cx="6670675" cy="6355974"/>
          </a:xfrm>
        </p:spPr>
      </p:pic>
    </p:spTree>
    <p:extLst>
      <p:ext uri="{BB962C8B-B14F-4D97-AF65-F5344CB8AC3E}">
        <p14:creationId xmlns:p14="http://schemas.microsoft.com/office/powerpoint/2010/main" val="9753685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53BE6CC-8C1E-6B1C-8AA5-3F3426DFC1DB}"/>
              </a:ext>
            </a:extLst>
          </p:cNvPr>
          <p:cNvSpPr>
            <a:spLocks noGrp="1"/>
          </p:cNvSpPr>
          <p:nvPr>
            <p:ph type="title"/>
          </p:nvPr>
        </p:nvSpPr>
        <p:spPr/>
        <p:txBody>
          <a:bodyPr/>
          <a:lstStyle/>
          <a:p>
            <a:r>
              <a:rPr lang="en-US" dirty="0"/>
              <a:t>About my internship journey with </a:t>
            </a:r>
            <a:r>
              <a:rPr lang="en-US" dirty="0" err="1"/>
              <a:t>clevered</a:t>
            </a:r>
          </a:p>
        </p:txBody>
      </p:sp>
      <p:sp>
        <p:nvSpPr>
          <p:cNvPr id="5" name="Content Placeholder 4">
            <a:extLst>
              <a:ext uri="{FF2B5EF4-FFF2-40B4-BE49-F238E27FC236}">
                <a16:creationId xmlns:a16="http://schemas.microsoft.com/office/drawing/2014/main" id="{5B9CCD2F-6960-1115-4E8A-99C450D747C3}"/>
              </a:ext>
            </a:extLst>
          </p:cNvPr>
          <p:cNvSpPr>
            <a:spLocks noGrp="1"/>
          </p:cNvSpPr>
          <p:nvPr>
            <p:ph sz="quarter" idx="17"/>
          </p:nvPr>
        </p:nvSpPr>
        <p:spPr/>
        <p:txBody>
          <a:bodyPr/>
          <a:lstStyle/>
          <a:p>
            <a:pPr marL="283210" indent="-283210">
              <a:buClr>
                <a:srgbClr val="EF8C6A"/>
              </a:buClr>
            </a:pPr>
            <a:r>
              <a:rPr lang="en-US" dirty="0">
                <a:solidFill>
                  <a:srgbClr val="FFFFFF">
                    <a:alpha val="70000"/>
                  </a:srgbClr>
                </a:solidFill>
              </a:rPr>
              <a:t>My internship journey with </a:t>
            </a:r>
            <a:r>
              <a:rPr lang="en-US" dirty="0" err="1">
                <a:solidFill>
                  <a:srgbClr val="FFFFFF">
                    <a:alpha val="70000"/>
                  </a:srgbClr>
                </a:solidFill>
              </a:rPr>
              <a:t>clevered</a:t>
            </a:r>
            <a:r>
              <a:rPr lang="en-US" dirty="0">
                <a:solidFill>
                  <a:srgbClr val="FFFFFF">
                    <a:alpha val="70000"/>
                  </a:srgbClr>
                </a:solidFill>
              </a:rPr>
              <a:t> has been amazing.</a:t>
            </a:r>
          </a:p>
          <a:p>
            <a:pPr marL="283210" indent="-283210"/>
            <a:r>
              <a:rPr lang="en-US" dirty="0">
                <a:solidFill>
                  <a:srgbClr val="FFFFFF">
                    <a:alpha val="70000"/>
                  </a:srgbClr>
                </a:solidFill>
              </a:rPr>
              <a:t>It helped me gain a new level of experience with ai and python.</a:t>
            </a:r>
          </a:p>
          <a:p>
            <a:pPr marL="283210" indent="-283210"/>
            <a:r>
              <a:rPr lang="en-US" dirty="0" err="1">
                <a:solidFill>
                  <a:srgbClr val="FFFFFF">
                    <a:alpha val="70000"/>
                  </a:srgbClr>
                </a:solidFill>
              </a:rPr>
              <a:t>Clevered</a:t>
            </a:r>
            <a:r>
              <a:rPr lang="en-US" dirty="0">
                <a:solidFill>
                  <a:srgbClr val="FFFFFF">
                    <a:alpha val="70000"/>
                  </a:srgbClr>
                </a:solidFill>
              </a:rPr>
              <a:t> instructor is in the main spotlight of this learning platform, they clear all your doubts and give you suggestions and advice in a very friendly and engaging way.</a:t>
            </a:r>
          </a:p>
          <a:p>
            <a:pPr marL="283210" indent="-283210"/>
            <a:r>
              <a:rPr lang="en-US" dirty="0">
                <a:solidFill>
                  <a:srgbClr val="FFFFFF">
                    <a:alpha val="70000"/>
                  </a:srgbClr>
                </a:solidFill>
              </a:rPr>
              <a:t>Home assignments and other things like app development toolkit and user </a:t>
            </a:r>
            <a:r>
              <a:rPr lang="en-US" dirty="0" err="1">
                <a:solidFill>
                  <a:srgbClr val="FFFFFF">
                    <a:alpha val="70000"/>
                  </a:srgbClr>
                </a:solidFill>
              </a:rPr>
              <a:t>mannual</a:t>
            </a:r>
            <a:r>
              <a:rPr lang="en-US" dirty="0">
                <a:solidFill>
                  <a:srgbClr val="FFFFFF">
                    <a:alpha val="70000"/>
                  </a:srgbClr>
                </a:solidFill>
              </a:rPr>
              <a:t> help in elevating the internship experience whole together.</a:t>
            </a:r>
          </a:p>
          <a:p>
            <a:pPr marL="283210" indent="-283210"/>
            <a:endParaRPr lang="en-US" dirty="0">
              <a:solidFill>
                <a:srgbClr val="FFFFFF">
                  <a:alpha val="70000"/>
                </a:srgbClr>
              </a:solidFill>
            </a:endParaRPr>
          </a:p>
          <a:p>
            <a:pPr marL="283210" indent="-283210"/>
            <a:endParaRPr lang="en-US" dirty="0">
              <a:solidFill>
                <a:srgbClr val="FFFFFF">
                  <a:alpha val="70000"/>
                </a:srgbClr>
              </a:solidFill>
            </a:endParaRPr>
          </a:p>
        </p:txBody>
      </p:sp>
    </p:spTree>
    <p:extLst>
      <p:ext uri="{BB962C8B-B14F-4D97-AF65-F5344CB8AC3E}">
        <p14:creationId xmlns:p14="http://schemas.microsoft.com/office/powerpoint/2010/main" val="34290451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DE88C-4518-8DA5-1DFF-70A6558595C0}"/>
              </a:ext>
            </a:extLst>
          </p:cNvPr>
          <p:cNvSpPr>
            <a:spLocks noGrp="1"/>
          </p:cNvSpPr>
          <p:nvPr>
            <p:ph type="ctrTitle"/>
          </p:nvPr>
        </p:nvSpPr>
        <p:spPr/>
        <p:txBody>
          <a:bodyPr/>
          <a:lstStyle/>
          <a:p>
            <a:r>
              <a:rPr lang="en-US" dirty="0"/>
              <a:t>About App</a:t>
            </a:r>
          </a:p>
        </p:txBody>
      </p:sp>
      <p:sp>
        <p:nvSpPr>
          <p:cNvPr id="3" name="Subtitle 2">
            <a:extLst>
              <a:ext uri="{FF2B5EF4-FFF2-40B4-BE49-F238E27FC236}">
                <a16:creationId xmlns:a16="http://schemas.microsoft.com/office/drawing/2014/main" id="{AC895DF9-4327-92A6-EB3F-1320895ED53A}"/>
              </a:ext>
            </a:extLst>
          </p:cNvPr>
          <p:cNvSpPr>
            <a:spLocks noGrp="1"/>
          </p:cNvSpPr>
          <p:nvPr>
            <p:ph type="subTitle" idx="1"/>
          </p:nvPr>
        </p:nvSpPr>
        <p:spPr/>
        <p:txBody>
          <a:bodyPr>
            <a:normAutofit fontScale="70000" lnSpcReduction="20000"/>
          </a:bodyPr>
          <a:lstStyle/>
          <a:p>
            <a:r>
              <a:rPr lang="en-US" b="1" dirty="0">
                <a:solidFill>
                  <a:srgbClr val="FFFFFF">
                    <a:alpha val="70000"/>
                  </a:srgbClr>
                </a:solidFill>
              </a:rPr>
              <a:t>App's Introduction</a:t>
            </a:r>
            <a:r>
              <a:rPr lang="en-US" dirty="0">
                <a:solidFill>
                  <a:srgbClr val="FFFFFF">
                    <a:alpha val="70000"/>
                  </a:srgbClr>
                </a:solidFill>
              </a:rPr>
              <a:t>: Voice quiz generator app is a quiz app that uses speech </a:t>
            </a:r>
            <a:r>
              <a:rPr lang="en-US" dirty="0" err="1">
                <a:solidFill>
                  <a:srgbClr val="FFFFFF">
                    <a:alpha val="70000"/>
                  </a:srgbClr>
                </a:solidFill>
              </a:rPr>
              <a:t>recognisation</a:t>
            </a:r>
            <a:r>
              <a:rPr lang="en-US" dirty="0">
                <a:solidFill>
                  <a:srgbClr val="FFFFFF">
                    <a:alpha val="70000"/>
                  </a:srgbClr>
                </a:solidFill>
              </a:rPr>
              <a:t> as a method to get the answers and main focus is on the analysis of the questions answered correct or incorrect by the user.</a:t>
            </a:r>
            <a:br>
              <a:rPr lang="en-US" dirty="0">
                <a:solidFill>
                  <a:srgbClr val="FFFFFF">
                    <a:alpha val="70000"/>
                  </a:srgbClr>
                </a:solidFill>
              </a:rPr>
            </a:br>
            <a:r>
              <a:rPr lang="en-US" b="1" dirty="0">
                <a:solidFill>
                  <a:srgbClr val="FFFFFF">
                    <a:alpha val="70000"/>
                  </a:srgbClr>
                </a:solidFill>
              </a:rPr>
              <a:t>Main Menu: </a:t>
            </a:r>
            <a:r>
              <a:rPr lang="en-US" dirty="0">
                <a:solidFill>
                  <a:srgbClr val="FFFFFF">
                    <a:alpha val="70000"/>
                  </a:srgbClr>
                </a:solidFill>
              </a:rPr>
              <a:t>the main menu of the app contains- question, options and the submit button.</a:t>
            </a:r>
          </a:p>
        </p:txBody>
      </p:sp>
    </p:spTree>
    <p:extLst>
      <p:ext uri="{BB962C8B-B14F-4D97-AF65-F5344CB8AC3E}">
        <p14:creationId xmlns:p14="http://schemas.microsoft.com/office/powerpoint/2010/main" val="37607244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A38AAD-ED41-A5A5-C08E-89B0C4F54FF8}"/>
              </a:ext>
            </a:extLst>
          </p:cNvPr>
          <p:cNvSpPr>
            <a:spLocks noGrp="1"/>
          </p:cNvSpPr>
          <p:nvPr>
            <p:ph type="title"/>
          </p:nvPr>
        </p:nvSpPr>
        <p:spPr/>
        <p:txBody>
          <a:bodyPr/>
          <a:lstStyle/>
          <a:p>
            <a:r>
              <a:rPr lang="en-US" dirty="0"/>
              <a:t>How do I use the app</a:t>
            </a:r>
          </a:p>
        </p:txBody>
      </p:sp>
      <p:sp>
        <p:nvSpPr>
          <p:cNvPr id="3" name="Content Placeholder 2">
            <a:extLst>
              <a:ext uri="{FF2B5EF4-FFF2-40B4-BE49-F238E27FC236}">
                <a16:creationId xmlns:a16="http://schemas.microsoft.com/office/drawing/2014/main" id="{D2539837-86F8-E190-7724-905421C336A7}"/>
              </a:ext>
            </a:extLst>
          </p:cNvPr>
          <p:cNvSpPr>
            <a:spLocks noGrp="1"/>
          </p:cNvSpPr>
          <p:nvPr>
            <p:ph sz="quarter" idx="17"/>
          </p:nvPr>
        </p:nvSpPr>
        <p:spPr>
          <a:xfrm>
            <a:off x="3676123" y="3063832"/>
            <a:ext cx="5234267" cy="4397900"/>
          </a:xfrm>
        </p:spPr>
        <p:txBody>
          <a:bodyPr/>
          <a:lstStyle/>
          <a:p>
            <a:r>
              <a:rPr lang="en-US" dirty="0">
                <a:solidFill>
                  <a:srgbClr val="FFFFFF">
                    <a:alpha val="70000"/>
                  </a:srgbClr>
                </a:solidFill>
              </a:rPr>
              <a:t>The app is used by simple clicks, question is displayed and </a:t>
            </a:r>
            <a:r>
              <a:rPr lang="en-US" dirty="0" err="1">
                <a:solidFill>
                  <a:srgbClr val="FFFFFF">
                    <a:alpha val="70000"/>
                  </a:srgbClr>
                </a:solidFill>
              </a:rPr>
              <a:t>pyttsx</a:t>
            </a:r>
            <a:r>
              <a:rPr lang="en-US" dirty="0">
                <a:solidFill>
                  <a:srgbClr val="FFFFFF">
                    <a:alpha val="70000"/>
                  </a:srgbClr>
                </a:solidFill>
              </a:rPr>
              <a:t> module transcribes the question. It speaks out the options. Please do wait for the module to complete speaking before answering or </a:t>
            </a:r>
            <a:r>
              <a:rPr lang="en-US">
                <a:solidFill>
                  <a:srgbClr val="FFFFFF">
                    <a:alpha val="70000"/>
                  </a:srgbClr>
                </a:solidFill>
              </a:rPr>
              <a:t>submitting the question.</a:t>
            </a:r>
            <a:endParaRPr lang="en-US" dirty="0">
              <a:solidFill>
                <a:srgbClr val="FFFFFF">
                  <a:alpha val="70000"/>
                </a:srgbClr>
              </a:solidFill>
            </a:endParaRPr>
          </a:p>
        </p:txBody>
      </p:sp>
      <p:sp>
        <p:nvSpPr>
          <p:cNvPr id="4" name="Content Placeholder 3">
            <a:extLst>
              <a:ext uri="{FF2B5EF4-FFF2-40B4-BE49-F238E27FC236}">
                <a16:creationId xmlns:a16="http://schemas.microsoft.com/office/drawing/2014/main" id="{D14F103D-6A11-7052-0475-B28F957A9B64}"/>
              </a:ext>
            </a:extLst>
          </p:cNvPr>
          <p:cNvSpPr>
            <a:spLocks noGrp="1"/>
          </p:cNvSpPr>
          <p:nvPr>
            <p:ph sz="quarter" idx="18"/>
          </p:nvPr>
        </p:nvSpPr>
        <p:spPr>
          <a:xfrm>
            <a:off x="6400289" y="6861840"/>
            <a:ext cx="4360507" cy="3605420"/>
          </a:xfrm>
        </p:spPr>
        <p:txBody>
          <a:bodyPr/>
          <a:lstStyle/>
          <a:p>
            <a:endParaRPr lang="en-US" dirty="0"/>
          </a:p>
        </p:txBody>
      </p:sp>
    </p:spTree>
    <p:extLst>
      <p:ext uri="{BB962C8B-B14F-4D97-AF65-F5344CB8AC3E}">
        <p14:creationId xmlns:p14="http://schemas.microsoft.com/office/powerpoint/2010/main" val="17358630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8A76F-D376-79BA-AC5E-A2735E78350F}"/>
              </a:ext>
            </a:extLst>
          </p:cNvPr>
          <p:cNvSpPr>
            <a:spLocks noGrp="1"/>
          </p:cNvSpPr>
          <p:nvPr>
            <p:ph type="title"/>
          </p:nvPr>
        </p:nvSpPr>
        <p:spPr/>
        <p:txBody>
          <a:bodyPr/>
          <a:lstStyle/>
          <a:p>
            <a:r>
              <a:rPr lang="en-US" dirty="0" err="1"/>
              <a:t>OPtion</a:t>
            </a:r>
            <a:r>
              <a:rPr lang="en-US" dirty="0"/>
              <a:t> name</a:t>
            </a:r>
          </a:p>
        </p:txBody>
      </p:sp>
      <p:sp>
        <p:nvSpPr>
          <p:cNvPr id="4" name="Content Placeholder 3">
            <a:extLst>
              <a:ext uri="{FF2B5EF4-FFF2-40B4-BE49-F238E27FC236}">
                <a16:creationId xmlns:a16="http://schemas.microsoft.com/office/drawing/2014/main" id="{73536F5E-3803-4149-AA66-FD25B8E82CFD}"/>
              </a:ext>
            </a:extLst>
          </p:cNvPr>
          <p:cNvSpPr>
            <a:spLocks noGrp="1"/>
          </p:cNvSpPr>
          <p:nvPr>
            <p:ph sz="quarter" idx="18"/>
          </p:nvPr>
        </p:nvSpPr>
        <p:spPr/>
        <p:txBody>
          <a:bodyPr/>
          <a:lstStyle/>
          <a:p>
            <a:r>
              <a:rPr lang="en-US" dirty="0">
                <a:solidFill>
                  <a:srgbClr val="FFFFFF">
                    <a:alpha val="70000"/>
                  </a:srgbClr>
                </a:solidFill>
              </a:rPr>
              <a:t>First option is question which displays the question from the file chosen for ex – </a:t>
            </a:r>
            <a:r>
              <a:rPr lang="en-US" dirty="0" err="1">
                <a:solidFill>
                  <a:srgbClr val="FFFFFF">
                    <a:alpha val="70000"/>
                  </a:srgbClr>
                </a:solidFill>
              </a:rPr>
              <a:t>beginner_data</a:t>
            </a:r>
            <a:r>
              <a:rPr lang="en-US" dirty="0">
                <a:solidFill>
                  <a:srgbClr val="FFFFFF">
                    <a:alpha val="70000"/>
                  </a:srgbClr>
                </a:solidFill>
              </a:rPr>
              <a:t>, </a:t>
            </a:r>
            <a:r>
              <a:rPr lang="en-US" dirty="0" err="1">
                <a:solidFill>
                  <a:srgbClr val="FFFFFF">
                    <a:alpha val="70000"/>
                  </a:srgbClr>
                </a:solidFill>
              </a:rPr>
              <a:t>intermediate_data</a:t>
            </a:r>
            <a:r>
              <a:rPr lang="en-US" dirty="0">
                <a:solidFill>
                  <a:srgbClr val="FFFFFF">
                    <a:alpha val="70000"/>
                  </a:srgbClr>
                </a:solidFill>
              </a:rPr>
              <a:t>, etc.</a:t>
            </a:r>
          </a:p>
          <a:p>
            <a:r>
              <a:rPr lang="en-US" dirty="0"/>
              <a:t>Second option are options displayed from dictionary stored in </a:t>
            </a:r>
            <a:r>
              <a:rPr lang="en-US" err="1"/>
              <a:t>json</a:t>
            </a:r>
            <a:r>
              <a:rPr lang="en-US"/>
              <a:t> files being created in back end.</a:t>
            </a:r>
            <a:endParaRPr lang="en-US" dirty="0"/>
          </a:p>
          <a:p>
            <a:r>
              <a:rPr lang="en-US" dirty="0"/>
              <a:t>Third option is of the submit button which moves to the next question when the current question is answered and shows result when all questions are answered.</a:t>
            </a:r>
            <a:br>
              <a:rPr lang="en-US" dirty="0">
                <a:solidFill>
                  <a:srgbClr val="FFFFFF">
                    <a:alpha val="70000"/>
                  </a:srgbClr>
                </a:solidFill>
              </a:rPr>
            </a:br>
            <a:endParaRPr lang="en-US">
              <a:solidFill>
                <a:srgbClr val="FFFFFF">
                  <a:alpha val="70000"/>
                </a:srgbClr>
              </a:solidFill>
            </a:endParaRPr>
          </a:p>
        </p:txBody>
      </p:sp>
      <p:pic>
        <p:nvPicPr>
          <p:cNvPr id="7" name="Content Placeholder 6" descr="A screenshot of a computer&#10;&#10;AI-generated content may be incorrect.">
            <a:extLst>
              <a:ext uri="{FF2B5EF4-FFF2-40B4-BE49-F238E27FC236}">
                <a16:creationId xmlns:a16="http://schemas.microsoft.com/office/drawing/2014/main" id="{A8A784CB-A18E-26BF-AAAD-FB54ABABDFE8}"/>
              </a:ext>
            </a:extLst>
          </p:cNvPr>
          <p:cNvPicPr>
            <a:picLocks noGrp="1" noChangeAspect="1"/>
          </p:cNvPicPr>
          <p:nvPr>
            <p:ph sz="quarter" idx="17"/>
          </p:nvPr>
        </p:nvPicPr>
        <p:blipFill>
          <a:blip r:embed="rId3"/>
          <a:stretch>
            <a:fillRect/>
          </a:stretch>
        </p:blipFill>
        <p:spPr>
          <a:xfrm>
            <a:off x="6899402" y="494212"/>
            <a:ext cx="3379368" cy="2402259"/>
          </a:xfrm>
        </p:spPr>
      </p:pic>
    </p:spTree>
    <p:extLst>
      <p:ext uri="{BB962C8B-B14F-4D97-AF65-F5344CB8AC3E}">
        <p14:creationId xmlns:p14="http://schemas.microsoft.com/office/powerpoint/2010/main" val="41158435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8352076-65B5-C2DF-1B98-F53DD1D91242}"/>
              </a:ext>
            </a:extLst>
          </p:cNvPr>
          <p:cNvSpPr>
            <a:spLocks noGrp="1"/>
          </p:cNvSpPr>
          <p:nvPr>
            <p:ph type="title"/>
          </p:nvPr>
        </p:nvSpPr>
        <p:spPr>
          <a:xfrm>
            <a:off x="4893310" y="-538480"/>
            <a:ext cx="6120000" cy="1371600"/>
          </a:xfrm>
        </p:spPr>
        <p:txBody>
          <a:bodyPr/>
          <a:lstStyle/>
          <a:p>
            <a:r>
              <a:rPr lang="en-US" dirty="0"/>
              <a:t>Demo video</a:t>
            </a:r>
          </a:p>
        </p:txBody>
      </p:sp>
      <p:sp>
        <p:nvSpPr>
          <p:cNvPr id="15" name="Content Placeholder 14">
            <a:extLst>
              <a:ext uri="{FF2B5EF4-FFF2-40B4-BE49-F238E27FC236}">
                <a16:creationId xmlns:a16="http://schemas.microsoft.com/office/drawing/2014/main" id="{97B0AC9C-0433-6B83-4743-3A4559BB3E67}"/>
              </a:ext>
            </a:extLst>
          </p:cNvPr>
          <p:cNvSpPr>
            <a:spLocks noGrp="1"/>
          </p:cNvSpPr>
          <p:nvPr>
            <p:ph idx="1"/>
          </p:nvPr>
        </p:nvSpPr>
        <p:spPr>
          <a:xfrm>
            <a:off x="-1659890" y="7310756"/>
            <a:ext cx="6121400" cy="3009899"/>
          </a:xfrm>
        </p:spPr>
        <p:txBody>
          <a:bodyPr/>
          <a:lstStyle/>
          <a:p>
            <a:endParaRPr lang="en-US" dirty="0">
              <a:solidFill>
                <a:srgbClr val="FFFFFF">
                  <a:alpha val="70000"/>
                </a:srgbClr>
              </a:solidFill>
            </a:endParaRPr>
          </a:p>
        </p:txBody>
      </p:sp>
      <p:pic>
        <p:nvPicPr>
          <p:cNvPr id="5" name="Picture Placeholder 4" descr="A blue and white logo&#10;&#10;Description automatically generated">
            <a:extLst>
              <a:ext uri="{FF2B5EF4-FFF2-40B4-BE49-F238E27FC236}">
                <a16:creationId xmlns:a16="http://schemas.microsoft.com/office/drawing/2014/main" id="{D571FFE0-8814-7E11-5F4F-35AF6C224F1F}"/>
              </a:ext>
            </a:extLst>
          </p:cNvPr>
          <p:cNvPicPr>
            <a:picLocks noGrp="1" noChangeAspect="1"/>
          </p:cNvPicPr>
          <p:nvPr>
            <p:ph type="pic" sz="quarter" idx="13"/>
          </p:nvPr>
        </p:nvPicPr>
        <p:blipFill>
          <a:blip r:embed="rId5"/>
          <a:srcRect l="188" r="136" b="-169"/>
          <a:stretch/>
        </p:blipFill>
        <p:spPr>
          <a:xfrm rot="-5400000">
            <a:off x="-2153226" y="2153227"/>
            <a:ext cx="6866313" cy="2563116"/>
          </a:xfrm>
        </p:spPr>
      </p:pic>
      <p:pic>
        <p:nvPicPr>
          <p:cNvPr id="2" name="video5047797662">
            <a:hlinkClick r:id="" action="ppaction://media"/>
            <a:extLst>
              <a:ext uri="{FF2B5EF4-FFF2-40B4-BE49-F238E27FC236}">
                <a16:creationId xmlns:a16="http://schemas.microsoft.com/office/drawing/2014/main" id="{2F028FA5-20D8-7B51-12F1-4363BFC2E472}"/>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2682240" y="1071880"/>
            <a:ext cx="9337040" cy="5252720"/>
          </a:xfrm>
          <a:prstGeom prst="rect">
            <a:avLst/>
          </a:prstGeom>
        </p:spPr>
      </p:pic>
    </p:spTree>
    <p:extLst>
      <p:ext uri="{BB962C8B-B14F-4D97-AF65-F5344CB8AC3E}">
        <p14:creationId xmlns:p14="http://schemas.microsoft.com/office/powerpoint/2010/main" val="4198645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EB5714-4BE0-EC6B-90B7-F8A86023F951}"/>
              </a:ext>
            </a:extLst>
          </p:cNvPr>
          <p:cNvSpPr>
            <a:spLocks noGrp="1"/>
          </p:cNvSpPr>
          <p:nvPr>
            <p:ph type="title"/>
          </p:nvPr>
        </p:nvSpPr>
        <p:spPr/>
        <p:txBody>
          <a:bodyPr/>
          <a:lstStyle/>
          <a:p>
            <a:r>
              <a:rPr lang="en-US" dirty="0"/>
              <a:t>Toolkit walkthrough</a:t>
            </a:r>
          </a:p>
        </p:txBody>
      </p:sp>
      <p:sp>
        <p:nvSpPr>
          <p:cNvPr id="3" name="Content Placeholder 2">
            <a:extLst>
              <a:ext uri="{FF2B5EF4-FFF2-40B4-BE49-F238E27FC236}">
                <a16:creationId xmlns:a16="http://schemas.microsoft.com/office/drawing/2014/main" id="{9D59BDC7-4E05-2A5B-EC80-62CCB3664A9D}"/>
              </a:ext>
            </a:extLst>
          </p:cNvPr>
          <p:cNvSpPr>
            <a:spLocks noGrp="1"/>
          </p:cNvSpPr>
          <p:nvPr>
            <p:ph idx="1"/>
          </p:nvPr>
        </p:nvSpPr>
        <p:spPr/>
        <p:txBody>
          <a:bodyPr>
            <a:normAutofit/>
          </a:bodyPr>
          <a:lstStyle/>
          <a:p>
            <a:r>
              <a:rPr lang="en-US" dirty="0">
                <a:solidFill>
                  <a:srgbClr val="FFFFFF">
                    <a:alpha val="70000"/>
                  </a:srgbClr>
                </a:solidFill>
              </a:rPr>
              <a:t>Below are the links to the toolkit's documentation pages used in this project.</a:t>
            </a:r>
          </a:p>
        </p:txBody>
      </p:sp>
      <p:sp>
        <p:nvSpPr>
          <p:cNvPr id="4" name="TextBox 3">
            <a:extLst>
              <a:ext uri="{FF2B5EF4-FFF2-40B4-BE49-F238E27FC236}">
                <a16:creationId xmlns:a16="http://schemas.microsoft.com/office/drawing/2014/main" id="{2C1C1194-F995-F9E1-05FC-A29AD4EB63D0}"/>
              </a:ext>
            </a:extLst>
          </p:cNvPr>
          <p:cNvSpPr txBox="1"/>
          <p:nvPr/>
        </p:nvSpPr>
        <p:spPr>
          <a:xfrm>
            <a:off x="966107" y="3537857"/>
            <a:ext cx="10273392"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dirty="0">
                <a:ea typeface="+mn-lt"/>
                <a:cs typeface="+mn-lt"/>
              </a:rPr>
              <a:t>https://docs.google.com/spreadsheets/d/116Yg2A-hTAXOL4JRRckeTX_U7O5YH5Nd/r/edit/edit?gid=1219324219#gid=1219324219</a:t>
            </a:r>
            <a:endParaRPr lang="en-US" dirty="0"/>
          </a:p>
        </p:txBody>
      </p:sp>
    </p:spTree>
    <p:extLst>
      <p:ext uri="{BB962C8B-B14F-4D97-AF65-F5344CB8AC3E}">
        <p14:creationId xmlns:p14="http://schemas.microsoft.com/office/powerpoint/2010/main" val="42371913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32A43-A135-E306-2FB5-19EDC6C63F53}"/>
              </a:ext>
            </a:extLst>
          </p:cNvPr>
          <p:cNvSpPr>
            <a:spLocks noGrp="1"/>
          </p:cNvSpPr>
          <p:nvPr>
            <p:ph type="title"/>
          </p:nvPr>
        </p:nvSpPr>
        <p:spPr/>
        <p:txBody>
          <a:bodyPr/>
          <a:lstStyle/>
          <a:p>
            <a:r>
              <a:rPr lang="en-US" dirty="0"/>
              <a:t>Contact Person</a:t>
            </a:r>
          </a:p>
        </p:txBody>
      </p:sp>
      <p:sp>
        <p:nvSpPr>
          <p:cNvPr id="3" name="Content Placeholder 2">
            <a:extLst>
              <a:ext uri="{FF2B5EF4-FFF2-40B4-BE49-F238E27FC236}">
                <a16:creationId xmlns:a16="http://schemas.microsoft.com/office/drawing/2014/main" id="{97A4F8F7-4B55-C424-6405-19AE9A19EEB2}"/>
              </a:ext>
            </a:extLst>
          </p:cNvPr>
          <p:cNvSpPr>
            <a:spLocks noGrp="1"/>
          </p:cNvSpPr>
          <p:nvPr>
            <p:ph sz="quarter" idx="19"/>
          </p:nvPr>
        </p:nvSpPr>
        <p:spPr>
          <a:xfrm>
            <a:off x="518160" y="731520"/>
            <a:ext cx="5575300" cy="5656016"/>
          </a:xfrm>
        </p:spPr>
        <p:txBody>
          <a:bodyPr anchor="ctr" anchorCtr="0"/>
          <a:lstStyle/>
          <a:p>
            <a:pPr marL="283210" indent="-283210"/>
            <a:r>
              <a:rPr lang="en-US" dirty="0" err="1">
                <a:solidFill>
                  <a:srgbClr val="FFFFFF">
                    <a:alpha val="70000"/>
                  </a:srgbClr>
                </a:solidFill>
              </a:rPr>
              <a:t>Khushkarman</a:t>
            </a:r>
            <a:r>
              <a:rPr lang="en-US" dirty="0">
                <a:solidFill>
                  <a:srgbClr val="FFFFFF">
                    <a:alpha val="70000"/>
                  </a:srgbClr>
                </a:solidFill>
              </a:rPr>
              <a:t> Singh </a:t>
            </a:r>
            <a:r>
              <a:rPr lang="en-US" dirty="0" err="1">
                <a:solidFill>
                  <a:srgbClr val="FFFFFF">
                    <a:alpha val="70000"/>
                  </a:srgbClr>
                </a:solidFill>
              </a:rPr>
              <a:t>virk</a:t>
            </a:r>
            <a:r>
              <a:rPr lang="en-US" dirty="0">
                <a:solidFill>
                  <a:srgbClr val="FFFFFF">
                    <a:alpha val="70000"/>
                  </a:srgbClr>
                </a:solidFill>
              </a:rPr>
              <a:t>(me) can be reached through for any concerns/suggestions on the App:</a:t>
            </a:r>
          </a:p>
          <a:p>
            <a:pPr marL="283210" indent="-283210">
              <a:buClr>
                <a:srgbClr val="EF8C6A"/>
              </a:buClr>
            </a:pPr>
            <a:r>
              <a:rPr lang="en-US" dirty="0">
                <a:solidFill>
                  <a:srgbClr val="FFFFFF">
                    <a:alpha val="70000"/>
                  </a:srgbClr>
                </a:solidFill>
              </a:rPr>
              <a:t>Email: harmanprrtsingh1979@gmail.com</a:t>
            </a:r>
          </a:p>
        </p:txBody>
      </p:sp>
    </p:spTree>
    <p:extLst>
      <p:ext uri="{BB962C8B-B14F-4D97-AF65-F5344CB8AC3E}">
        <p14:creationId xmlns:p14="http://schemas.microsoft.com/office/powerpoint/2010/main" val="32641456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152CD-4C4C-9E44-BE9B-72AB9835E6A9}"/>
              </a:ext>
            </a:extLst>
          </p:cNvPr>
          <p:cNvSpPr>
            <a:spLocks noGrp="1"/>
          </p:cNvSpPr>
          <p:nvPr>
            <p:ph type="ctrTitle"/>
          </p:nvPr>
        </p:nvSpPr>
        <p:spPr/>
        <p:txBody>
          <a:bodyPr/>
          <a:lstStyle/>
          <a:p>
            <a:r>
              <a:rPr lang="en-US" dirty="0"/>
              <a:t>Thank you</a:t>
            </a:r>
          </a:p>
        </p:txBody>
      </p:sp>
      <p:sp>
        <p:nvSpPr>
          <p:cNvPr id="3" name="Subtitle 2">
            <a:extLst>
              <a:ext uri="{FF2B5EF4-FFF2-40B4-BE49-F238E27FC236}">
                <a16:creationId xmlns:a16="http://schemas.microsoft.com/office/drawing/2014/main" id="{F3F2E30C-1333-5529-886B-FD732D3DCBD3}"/>
              </a:ext>
            </a:extLst>
          </p:cNvPr>
          <p:cNvSpPr>
            <a:spLocks noGrp="1"/>
          </p:cNvSpPr>
          <p:nvPr>
            <p:ph type="subTitle" idx="1"/>
          </p:nvPr>
        </p:nvSpPr>
        <p:spPr/>
        <p:txBody>
          <a:bodyPr/>
          <a:lstStyle/>
          <a:p>
            <a:r>
              <a:rPr lang="en-US" dirty="0">
                <a:solidFill>
                  <a:srgbClr val="FFFFFF">
                    <a:alpha val="70000"/>
                  </a:srgbClr>
                </a:solidFill>
              </a:rPr>
              <a:t>By </a:t>
            </a:r>
            <a:r>
              <a:rPr lang="en-US" dirty="0" err="1">
                <a:solidFill>
                  <a:srgbClr val="FFFFFF">
                    <a:alpha val="70000"/>
                  </a:srgbClr>
                </a:solidFill>
              </a:rPr>
              <a:t>Khushkarman</a:t>
            </a:r>
            <a:r>
              <a:rPr lang="en-US" dirty="0">
                <a:solidFill>
                  <a:srgbClr val="FFFFFF">
                    <a:alpha val="70000"/>
                  </a:srgbClr>
                </a:solidFill>
              </a:rPr>
              <a:t> Singh Virk</a:t>
            </a:r>
          </a:p>
          <a:p>
            <a:r>
              <a:rPr lang="en-US" dirty="0">
                <a:solidFill>
                  <a:srgbClr val="FFFFFF">
                    <a:alpha val="70000"/>
                  </a:srgbClr>
                </a:solidFill>
              </a:rPr>
              <a:t>harmanprrtsingh1979@gmail.com</a:t>
            </a:r>
          </a:p>
        </p:txBody>
      </p:sp>
    </p:spTree>
    <p:extLst>
      <p:ext uri="{BB962C8B-B14F-4D97-AF65-F5344CB8AC3E}">
        <p14:creationId xmlns:p14="http://schemas.microsoft.com/office/powerpoint/2010/main" val="3684793955"/>
      </p:ext>
    </p:extLst>
  </p:cSld>
  <p:clrMapOvr>
    <a:masterClrMapping/>
  </p:clrMapOvr>
</p:sld>
</file>

<file path=ppt/theme/theme1.xml><?xml version="1.0" encoding="utf-8"?>
<a:theme xmlns:a="http://schemas.openxmlformats.org/drawingml/2006/main" name="LeafVTI">
  <a:themeElements>
    <a:clrScheme name="Leaf">
      <a:dk1>
        <a:sysClr val="windowText" lastClr="000000"/>
      </a:dk1>
      <a:lt1>
        <a:sysClr val="window" lastClr="FFFFFF"/>
      </a:lt1>
      <a:dk2>
        <a:srgbClr val="732124"/>
      </a:dk2>
      <a:lt2>
        <a:srgbClr val="F0EDE5"/>
      </a:lt2>
      <a:accent1>
        <a:srgbClr val="D34817"/>
      </a:accent1>
      <a:accent2>
        <a:srgbClr val="A68D65"/>
      </a:accent2>
      <a:accent3>
        <a:srgbClr val="728377"/>
      </a:accent3>
      <a:accent4>
        <a:srgbClr val="B4797B"/>
      </a:accent4>
      <a:accent5>
        <a:srgbClr val="CE8439"/>
      </a:accent5>
      <a:accent6>
        <a:srgbClr val="CF3A2A"/>
      </a:accent6>
      <a:hlink>
        <a:srgbClr val="D06853"/>
      </a:hlink>
      <a:folHlink>
        <a:srgbClr val="B67779"/>
      </a:folHlink>
    </a:clrScheme>
    <a:fontScheme name="Leaf">
      <a:majorFont>
        <a:latin typeface="Rockwell Nova Light"/>
        <a:ea typeface=""/>
        <a:cs typeface=""/>
      </a:majorFont>
      <a:minorFont>
        <a:latin typeface="Avenir Next LT Pro Light"/>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LeafVTI" id="{AD13D32C-3873-4EF1-A28C-5D0E64FF0913}" vid="{0D2E0FD0-9C17-4337-BD21-33917FC300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3A5F18C-93E4-4C3A-A312-44EF0CB57AC8}">
  <ds:schemaRefs>
    <ds:schemaRef ds:uri="http://schemas.microsoft.com/sharepoint/v3/contenttype/forms"/>
  </ds:schemaRefs>
</ds:datastoreItem>
</file>

<file path=customXml/itemProps2.xml><?xml version="1.0" encoding="utf-8"?>
<ds:datastoreItem xmlns:ds="http://schemas.openxmlformats.org/officeDocument/2006/customXml" ds:itemID="{4A33059B-AF8D-467E-BDB3-CD063FDD209D}">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187FEE6A-70C7-4994-95E7-698D6AC488D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LeafVTI</Template>
  <TotalTime>0</TotalTime>
  <Words>428</Words>
  <Application>Microsoft Office PowerPoint</Application>
  <PresentationFormat>Widescreen</PresentationFormat>
  <Paragraphs>122</Paragraphs>
  <Slides>12</Slides>
  <Notes>12</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LeafVTI</vt:lpstr>
      <vt:lpstr>VOICE QUIZ GENERATOR APP</vt:lpstr>
      <vt:lpstr>TABLE OF CONTENTS</vt:lpstr>
      <vt:lpstr>Acknowledgements</vt:lpstr>
      <vt:lpstr>AbOUT ME</vt:lpstr>
      <vt:lpstr>About my internship journey with clevered</vt:lpstr>
      <vt:lpstr>About App</vt:lpstr>
      <vt:lpstr>How do I use the app</vt:lpstr>
      <vt:lpstr>OPtion name</vt:lpstr>
      <vt:lpstr>Demo video</vt:lpstr>
      <vt:lpstr>Toolkit walkthrough</vt:lpstr>
      <vt:lpstr>Contact Person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296</cp:revision>
  <dcterms:created xsi:type="dcterms:W3CDTF">2025-01-13T16:36:43Z</dcterms:created>
  <dcterms:modified xsi:type="dcterms:W3CDTF">2025-01-27T16:50:26Z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